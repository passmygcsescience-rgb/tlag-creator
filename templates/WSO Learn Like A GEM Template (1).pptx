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Play"/>
      <p:regular r:id="rId23"/>
      <p:bold r:id="rId24"/>
    </p:embeddedFont>
    <p:embeddedFont>
      <p:font typeface="Jos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9" roundtripDataSignature="AMtx7mg+klpv+eokFgn6fZ2gf/sN5Gdt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lay-bold.fntdata"/><Relationship Id="rId23" Type="http://schemas.openxmlformats.org/officeDocument/2006/relationships/font" Target="fonts/Play-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Jost-bold.fntdata"/><Relationship Id="rId25" Type="http://schemas.openxmlformats.org/officeDocument/2006/relationships/font" Target="fonts/Jost-regular.fntdata"/><Relationship Id="rId28" Type="http://schemas.openxmlformats.org/officeDocument/2006/relationships/font" Target="fonts/Jost-boldItalic.fntdata"/><Relationship Id="rId27" Type="http://schemas.openxmlformats.org/officeDocument/2006/relationships/font" Target="fonts/Jos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Prepare relevant tasks </a:t>
            </a:r>
            <a:r>
              <a:rPr lang="en-US" sz="1200">
                <a:solidFill>
                  <a:schemeClr val="dk1"/>
                </a:solidFill>
                <a:latin typeface="Arial"/>
                <a:ea typeface="Arial"/>
                <a:cs typeface="Arial"/>
                <a:sym typeface="Arial"/>
              </a:rPr>
              <a:t>– Design a short (3–5 min) retrieval task that prompts active recall from memory, drawing on knowledge from the last lesson, previous units, and/or prerequisite content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Display clearly </a:t>
            </a:r>
            <a:r>
              <a:rPr lang="en-US" sz="1200">
                <a:solidFill>
                  <a:schemeClr val="dk1"/>
                </a:solidFill>
                <a:latin typeface="Arial"/>
                <a:ea typeface="Arial"/>
                <a:cs typeface="Arial"/>
                <a:sym typeface="Arial"/>
              </a:rPr>
              <a:t>– Ensure the task is visible and ready for students as they enter the classroom/start the lesson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Establish a routine </a:t>
            </a:r>
            <a:r>
              <a:rPr lang="en-US" sz="1200">
                <a:solidFill>
                  <a:schemeClr val="dk1"/>
                </a:solidFill>
                <a:latin typeface="Arial"/>
                <a:ea typeface="Arial"/>
                <a:cs typeface="Arial"/>
                <a:sym typeface="Arial"/>
              </a:rPr>
              <a:t>– Consistently have students start the Do Now immediately without prompting, making it a seamless part of the classroom culture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Monitor and guide </a:t>
            </a:r>
            <a:r>
              <a:rPr lang="en-US" sz="1200">
                <a:solidFill>
                  <a:schemeClr val="dk1"/>
                </a:solidFill>
                <a:latin typeface="Arial"/>
                <a:ea typeface="Arial"/>
                <a:cs typeface="Arial"/>
                <a:sym typeface="Arial"/>
              </a:rPr>
              <a:t>– Circulate the room while students work, offering support where needed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Review quickly </a:t>
            </a:r>
            <a:r>
              <a:rPr lang="en-US" sz="1200">
                <a:solidFill>
                  <a:schemeClr val="dk1"/>
                </a:solidFill>
                <a:latin typeface="Arial"/>
                <a:ea typeface="Arial"/>
                <a:cs typeface="Arial"/>
                <a:sym typeface="Arial"/>
              </a:rPr>
              <a:t>– Once completed, briefly go over the activity to address misconceptions, share correct answers, or engage students in peer or self-assessment</a:t>
            </a:r>
            <a:endParaRPr/>
          </a:p>
          <a:p>
            <a:pPr indent="0" lvl="0" marL="0" rtl="0" algn="l">
              <a:spcBef>
                <a:spcPts val="0"/>
              </a:spcBef>
              <a:spcAft>
                <a:spcPts val="0"/>
              </a:spcAft>
              <a:buNone/>
            </a:pPr>
            <a:r>
              <a:t/>
            </a:r>
            <a:endParaRPr/>
          </a:p>
        </p:txBody>
      </p:sp>
      <p:sp>
        <p:nvSpPr>
          <p:cNvPr id="314" name="Google Shape;31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Play"/>
              <a:buNone/>
            </a:pPr>
            <a:r>
              <a:rPr b="1" lang="en-US" sz="1200">
                <a:solidFill>
                  <a:schemeClr val="dk1"/>
                </a:solidFill>
                <a:latin typeface="Arial"/>
                <a:ea typeface="Arial"/>
                <a:cs typeface="Arial"/>
                <a:sym typeface="Arial"/>
              </a:rPr>
              <a:t>Learning Outcomes</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Identify the desired skill </a:t>
            </a:r>
            <a:r>
              <a:rPr lang="en-US" sz="1200">
                <a:solidFill>
                  <a:schemeClr val="dk1"/>
                </a:solidFill>
                <a:latin typeface="Arial"/>
                <a:ea typeface="Arial"/>
                <a:cs typeface="Arial"/>
                <a:sym typeface="Arial"/>
              </a:rPr>
              <a:t>– Determine the specific skill or ability students should demonstrate by the end of the lesson. Start with “By the end of this lesson, you will be able to (verb)…”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Align with knowledge components </a:t>
            </a:r>
            <a:r>
              <a:rPr lang="en-US" sz="1200">
                <a:solidFill>
                  <a:schemeClr val="dk1"/>
                </a:solidFill>
                <a:latin typeface="Arial"/>
                <a:ea typeface="Arial"/>
                <a:cs typeface="Arial"/>
                <a:sym typeface="Arial"/>
              </a:rPr>
              <a:t>– Consider the knowledge necessary to achieve the learning outcome and apply the skill effectively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Communicate the outcome </a:t>
            </a:r>
            <a:r>
              <a:rPr lang="en-US" sz="1200">
                <a:solidFill>
                  <a:schemeClr val="dk1"/>
                </a:solidFill>
                <a:latin typeface="Arial"/>
                <a:ea typeface="Arial"/>
                <a:cs typeface="Arial"/>
                <a:sym typeface="Arial"/>
              </a:rPr>
              <a:t>– Share the learning outcome at the start of the lesson, ensuring students understand what they are working towards </a:t>
            </a:r>
            <a:endParaRPr/>
          </a:p>
          <a:p>
            <a:pPr indent="-152400" lvl="0" marL="228600" rtl="0" algn="l">
              <a:spcBef>
                <a:spcPts val="0"/>
              </a:spcBef>
              <a:spcAft>
                <a:spcPts val="0"/>
              </a:spcAft>
              <a:buClr>
                <a:schemeClr val="dk1"/>
              </a:buClr>
              <a:buSzPts val="1200"/>
              <a:buFont typeface="Play"/>
              <a:buNone/>
            </a:pPr>
            <a:r>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200"/>
              <a:buFont typeface="Play"/>
              <a:buNone/>
            </a:pPr>
            <a:r>
              <a:rPr b="1" lang="en-US" sz="1200">
                <a:solidFill>
                  <a:schemeClr val="dk1"/>
                </a:solidFill>
                <a:latin typeface="Arial"/>
                <a:ea typeface="Arial"/>
                <a:cs typeface="Arial"/>
                <a:sym typeface="Arial"/>
              </a:rPr>
              <a:t>To Know</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Create a clear list </a:t>
            </a:r>
            <a:r>
              <a:rPr lang="en-US" sz="1200">
                <a:solidFill>
                  <a:schemeClr val="dk1"/>
                </a:solidFill>
                <a:latin typeface="Arial"/>
                <a:ea typeface="Arial"/>
                <a:cs typeface="Arial"/>
                <a:sym typeface="Arial"/>
              </a:rPr>
              <a:t>– Develop a concise list of the knowledge components when planning the lesson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Introduce the components </a:t>
            </a:r>
            <a:r>
              <a:rPr lang="en-US" sz="1200">
                <a:solidFill>
                  <a:schemeClr val="dk1"/>
                </a:solidFill>
                <a:latin typeface="Arial"/>
                <a:ea typeface="Arial"/>
                <a:cs typeface="Arial"/>
                <a:sym typeface="Arial"/>
              </a:rPr>
              <a:t>– Present the knowledge components at the beginning of the lesson, clearly explaining the importance of each component, how they connect to one another and directly support in achieving the learning outcome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Integrate into instruction </a:t>
            </a:r>
            <a:r>
              <a:rPr lang="en-US" sz="1200">
                <a:solidFill>
                  <a:schemeClr val="dk1"/>
                </a:solidFill>
                <a:latin typeface="Arial"/>
                <a:ea typeface="Arial"/>
                <a:cs typeface="Arial"/>
                <a:sym typeface="Arial"/>
              </a:rPr>
              <a:t>– Incorporate the knowledge components throughout the lesson, reinforcing them during discussions, activities, and assessments </a:t>
            </a:r>
            <a:endParaRPr/>
          </a:p>
          <a:p>
            <a:pPr indent="0" lvl="0" marL="0" rtl="0" algn="l">
              <a:spcBef>
                <a:spcPts val="0"/>
              </a:spcBef>
              <a:spcAft>
                <a:spcPts val="0"/>
              </a:spcAft>
              <a:buNone/>
            </a:pPr>
            <a:r>
              <a:t/>
            </a:r>
            <a:endParaRPr>
              <a:latin typeface="Jost"/>
              <a:ea typeface="Jost"/>
              <a:cs typeface="Jost"/>
              <a:sym typeface="Jost"/>
            </a:endParaRPr>
          </a:p>
        </p:txBody>
      </p:sp>
      <p:sp>
        <p:nvSpPr>
          <p:cNvPr id="320" name="Google Shape;32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Model the task (I Do)</a:t>
            </a:r>
            <a:r>
              <a:rPr lang="en-US" sz="1200">
                <a:solidFill>
                  <a:schemeClr val="dk1"/>
                </a:solidFill>
                <a:latin typeface="Arial"/>
                <a:ea typeface="Arial"/>
                <a:cs typeface="Arial"/>
                <a:sym typeface="Arial"/>
              </a:rPr>
              <a:t> – Demonstrate the skill while thinking aloud and naming the steps; model your thinking and not just the procedure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Engage in guided practice (We Do) </a:t>
            </a:r>
            <a:r>
              <a:rPr lang="en-US" sz="1200">
                <a:solidFill>
                  <a:schemeClr val="dk1"/>
                </a:solidFill>
                <a:latin typeface="Arial"/>
                <a:ea typeface="Arial"/>
                <a:cs typeface="Arial"/>
                <a:sym typeface="Arial"/>
              </a:rPr>
              <a:t>– Work together with students using another example; ask questions, probe thinking, provide prompts, and give feedback. Be explicit about what students should be doing during this stage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Facilitate independent practice (You Do) </a:t>
            </a:r>
            <a:r>
              <a:rPr lang="en-US" sz="1200">
                <a:solidFill>
                  <a:schemeClr val="dk1"/>
                </a:solidFill>
                <a:latin typeface="Arial"/>
                <a:ea typeface="Arial"/>
                <a:cs typeface="Arial"/>
                <a:sym typeface="Arial"/>
              </a:rPr>
              <a:t>– Allow students to complete the task independently, providing minimal guidance. Use Affirmative Checking and offer constructive feedback to reinforce learning and address any misconceptions </a:t>
            </a:r>
            <a:endParaRPr/>
          </a:p>
          <a:p>
            <a:pPr indent="-152400" lvl="0" marL="228600" rtl="0" algn="l">
              <a:spcBef>
                <a:spcPts val="0"/>
              </a:spcBef>
              <a:spcAft>
                <a:spcPts val="0"/>
              </a:spcAft>
              <a:buClr>
                <a:schemeClr val="dk1"/>
              </a:buClr>
              <a:buSzPts val="1200"/>
              <a:buFont typeface="Play"/>
              <a:buNone/>
            </a:pPr>
            <a:r>
              <a:t/>
            </a:r>
            <a:endParaRPr>
              <a:latin typeface="Jost"/>
              <a:ea typeface="Jost"/>
              <a:cs typeface="Jost"/>
              <a:sym typeface="Jost"/>
            </a:endParaRPr>
          </a:p>
        </p:txBody>
      </p:sp>
      <p:sp>
        <p:nvSpPr>
          <p:cNvPr id="329" name="Google Shape;32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Model the task (I Do)</a:t>
            </a:r>
            <a:r>
              <a:rPr lang="en-US" sz="1200">
                <a:solidFill>
                  <a:schemeClr val="dk1"/>
                </a:solidFill>
                <a:latin typeface="Arial"/>
                <a:ea typeface="Arial"/>
                <a:cs typeface="Arial"/>
                <a:sym typeface="Arial"/>
              </a:rPr>
              <a:t> – Demonstrate the skill while thinking aloud and naming the steps; model your thinking and not just the procedure </a:t>
            </a:r>
            <a:endParaRPr/>
          </a:p>
          <a:p>
            <a:pPr indent="-152400" lvl="0" marL="228600" rtl="0" algn="l">
              <a:spcBef>
                <a:spcPts val="0"/>
              </a:spcBef>
              <a:spcAft>
                <a:spcPts val="0"/>
              </a:spcAft>
              <a:buClr>
                <a:schemeClr val="dk1"/>
              </a:buClr>
              <a:buSzPts val="1200"/>
              <a:buFont typeface="Play"/>
              <a:buNone/>
            </a:pPr>
            <a:r>
              <a:t/>
            </a:r>
            <a:endParaRPr>
              <a:latin typeface="Jost"/>
              <a:ea typeface="Jost"/>
              <a:cs typeface="Jost"/>
              <a:sym typeface="Jost"/>
            </a:endParaRPr>
          </a:p>
        </p:txBody>
      </p:sp>
      <p:sp>
        <p:nvSpPr>
          <p:cNvPr id="336" name="Google Shape;3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Engage in guided practice (We Do) </a:t>
            </a:r>
            <a:r>
              <a:rPr lang="en-US" sz="1200">
                <a:solidFill>
                  <a:schemeClr val="dk1"/>
                </a:solidFill>
                <a:latin typeface="Arial"/>
                <a:ea typeface="Arial"/>
                <a:cs typeface="Arial"/>
                <a:sym typeface="Arial"/>
              </a:rPr>
              <a:t>– Work together with students using another example; ask questions, probe thinking, provide prompts, and give feedback. Be explicit about what students should be doing during this stage </a:t>
            </a:r>
            <a:endParaRPr/>
          </a:p>
        </p:txBody>
      </p:sp>
      <p:sp>
        <p:nvSpPr>
          <p:cNvPr id="343" name="Google Shape;3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Facilitate independent practice (You Do) </a:t>
            </a:r>
            <a:r>
              <a:rPr lang="en-US" sz="1200">
                <a:solidFill>
                  <a:schemeClr val="dk1"/>
                </a:solidFill>
                <a:latin typeface="Arial"/>
                <a:ea typeface="Arial"/>
                <a:cs typeface="Arial"/>
                <a:sym typeface="Arial"/>
              </a:rPr>
              <a:t>– Allow students to complete the task independently, providing minimal guidance. Use Affirmative Checking and offer constructive feedback to reinforce learning and address any misconceptions </a:t>
            </a:r>
            <a:endParaRPr/>
          </a:p>
          <a:p>
            <a:pPr indent="-152400" lvl="0" marL="228600" rtl="0" algn="l">
              <a:spcBef>
                <a:spcPts val="428"/>
              </a:spcBef>
              <a:spcAft>
                <a:spcPts val="0"/>
              </a:spcAft>
              <a:buClr>
                <a:schemeClr val="dk1"/>
              </a:buClr>
              <a:buSzPts val="1200"/>
              <a:buFont typeface="Play"/>
              <a:buNone/>
            </a:pPr>
            <a:r>
              <a:t/>
            </a:r>
            <a:endParaRPr>
              <a:latin typeface="Jost"/>
              <a:ea typeface="Jost"/>
              <a:cs typeface="Jost"/>
              <a:sym typeface="Jost"/>
            </a:endParaRPr>
          </a:p>
        </p:txBody>
      </p:sp>
      <p:sp>
        <p:nvSpPr>
          <p:cNvPr id="350" name="Google Shape;3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Set clear expectations </a:t>
            </a:r>
            <a:r>
              <a:rPr lang="en-US" sz="1200">
                <a:solidFill>
                  <a:schemeClr val="dk1"/>
                </a:solidFill>
                <a:latin typeface="Arial"/>
                <a:ea typeface="Arial"/>
                <a:cs typeface="Arial"/>
                <a:sym typeface="Arial"/>
              </a:rPr>
              <a:t>– Before students begin work, outline the task and explain what a strong response looks like, ensuring students understand what you will be looking for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Circulate strategically </a:t>
            </a:r>
            <a:r>
              <a:rPr lang="en-US" sz="1200">
                <a:solidFill>
                  <a:schemeClr val="dk1"/>
                </a:solidFill>
                <a:latin typeface="Arial"/>
                <a:ea typeface="Arial"/>
                <a:cs typeface="Arial"/>
                <a:sym typeface="Arial"/>
              </a:rPr>
              <a:t>– Move around the classroom deliberately, ensuring that all students know you will be checking their work to offer real-time support; position yourself where you can observe multiple students at once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Offer praise and actionable feedback </a:t>
            </a:r>
            <a:r>
              <a:rPr lang="en-US" sz="1200">
                <a:solidFill>
                  <a:schemeClr val="dk1"/>
                </a:solidFill>
                <a:latin typeface="Arial"/>
                <a:ea typeface="Arial"/>
                <a:cs typeface="Arial"/>
                <a:sym typeface="Arial"/>
              </a:rPr>
              <a:t>– Offer specific guidance and encourage independence by fostering self-correction and deeper thinking (name error, ask them to revise it, follow up); give quick feedback (symbols, code, colour) </a:t>
            </a:r>
            <a:endParaRPr/>
          </a:p>
          <a:p>
            <a:pPr indent="-228600" lvl="0" marL="228600" rtl="0" algn="l">
              <a:spcBef>
                <a:spcPts val="0"/>
              </a:spcBef>
              <a:spcAft>
                <a:spcPts val="0"/>
              </a:spcAft>
              <a:buClr>
                <a:schemeClr val="dk1"/>
              </a:buClr>
              <a:buSzPts val="1200"/>
              <a:buFont typeface="Play"/>
              <a:buAutoNum type="arabicPeriod"/>
            </a:pPr>
            <a:r>
              <a:rPr b="1" lang="en-US" sz="1200">
                <a:solidFill>
                  <a:schemeClr val="dk1"/>
                </a:solidFill>
                <a:latin typeface="Arial"/>
                <a:ea typeface="Arial"/>
                <a:cs typeface="Arial"/>
                <a:sym typeface="Arial"/>
              </a:rPr>
              <a:t>Follow up </a:t>
            </a:r>
            <a:r>
              <a:rPr lang="en-US" sz="1200">
                <a:solidFill>
                  <a:schemeClr val="dk1"/>
                </a:solidFill>
                <a:latin typeface="Arial"/>
                <a:ea typeface="Arial"/>
                <a:cs typeface="Arial"/>
                <a:sym typeface="Arial"/>
              </a:rPr>
              <a:t>– Return to students to see if they implemented your feedback and made progress </a:t>
            </a:r>
            <a:endParaRPr/>
          </a:p>
          <a:p>
            <a:pPr indent="-152400" lvl="0" marL="228600" rtl="0" algn="l">
              <a:spcBef>
                <a:spcPts val="0"/>
              </a:spcBef>
              <a:spcAft>
                <a:spcPts val="0"/>
              </a:spcAft>
              <a:buClr>
                <a:schemeClr val="dk1"/>
              </a:buClr>
              <a:buSzPts val="1200"/>
              <a:buFont typeface="Play"/>
              <a:buNone/>
            </a:pPr>
            <a:r>
              <a:t/>
            </a:r>
            <a:endParaRPr>
              <a:latin typeface="Jost"/>
              <a:ea typeface="Jost"/>
              <a:cs typeface="Jost"/>
              <a:sym typeface="Jost"/>
            </a:endParaRPr>
          </a:p>
        </p:txBody>
      </p:sp>
      <p:sp>
        <p:nvSpPr>
          <p:cNvPr id="357" name="Google Shape;35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1. </a:t>
            </a:r>
            <a:r>
              <a:rPr b="1" lang="en-US" sz="1200">
                <a:solidFill>
                  <a:schemeClr val="dk1"/>
                </a:solidFill>
                <a:latin typeface="Arial"/>
                <a:ea typeface="Arial"/>
                <a:cs typeface="Arial"/>
                <a:sym typeface="Arial"/>
              </a:rPr>
              <a:t>Create targeted ques</a:t>
            </a:r>
            <a:r>
              <a:rPr lang="en-US" sz="1200">
                <a:solidFill>
                  <a:schemeClr val="dk1"/>
                </a:solidFill>
                <a:latin typeface="Arial"/>
                <a:ea typeface="Arial"/>
                <a:cs typeface="Arial"/>
                <a:sym typeface="Arial"/>
              </a:rPr>
              <a:t>tions – Design no more than 1-3 brief and focused questions/prompts that assess the lesson’s core knowledge or skills </a:t>
            </a:r>
            <a:endParaRPr/>
          </a:p>
          <a:p>
            <a:pPr indent="0" lvl="0" marL="0" rtl="0" algn="l">
              <a:spcBef>
                <a:spcPts val="0"/>
              </a:spcBef>
              <a:spcAft>
                <a:spcPts val="0"/>
              </a:spcAft>
              <a:buNone/>
            </a:pPr>
            <a:r>
              <a:rPr lang="en-US" sz="1200">
                <a:solidFill>
                  <a:schemeClr val="dk1"/>
                </a:solidFill>
                <a:latin typeface="Arial"/>
                <a:ea typeface="Arial"/>
                <a:cs typeface="Arial"/>
                <a:sym typeface="Arial"/>
              </a:rPr>
              <a:t>2. </a:t>
            </a:r>
            <a:r>
              <a:rPr b="1" lang="en-US" sz="1200">
                <a:solidFill>
                  <a:schemeClr val="dk1"/>
                </a:solidFill>
                <a:latin typeface="Arial"/>
                <a:ea typeface="Arial"/>
                <a:cs typeface="Arial"/>
                <a:sym typeface="Arial"/>
              </a:rPr>
              <a:t>Distribute at the end </a:t>
            </a:r>
            <a:r>
              <a:rPr lang="en-US" sz="1200">
                <a:solidFill>
                  <a:schemeClr val="dk1"/>
                </a:solidFill>
                <a:latin typeface="Arial"/>
                <a:ea typeface="Arial"/>
                <a:cs typeface="Arial"/>
                <a:sym typeface="Arial"/>
              </a:rPr>
              <a:t>– Share the exit tickets at the end of the lesson, ensuring everyone completes them </a:t>
            </a:r>
            <a:endParaRPr/>
          </a:p>
          <a:p>
            <a:pPr indent="0" lvl="0" marL="0" rtl="0" algn="l">
              <a:spcBef>
                <a:spcPts val="0"/>
              </a:spcBef>
              <a:spcAft>
                <a:spcPts val="0"/>
              </a:spcAft>
              <a:buNone/>
            </a:pPr>
            <a:r>
              <a:rPr lang="en-US" sz="1200">
                <a:solidFill>
                  <a:schemeClr val="dk1"/>
                </a:solidFill>
                <a:latin typeface="Arial"/>
                <a:ea typeface="Arial"/>
                <a:cs typeface="Arial"/>
                <a:sym typeface="Arial"/>
              </a:rPr>
              <a:t>3</a:t>
            </a:r>
            <a:r>
              <a:rPr b="1" lang="en-US" sz="1200">
                <a:solidFill>
                  <a:schemeClr val="dk1"/>
                </a:solidFill>
                <a:latin typeface="Arial"/>
                <a:ea typeface="Arial"/>
                <a:cs typeface="Arial"/>
                <a:sym typeface="Arial"/>
              </a:rPr>
              <a:t>. Collect and review </a:t>
            </a:r>
            <a:r>
              <a:rPr lang="en-US" sz="1200">
                <a:solidFill>
                  <a:schemeClr val="dk1"/>
                </a:solidFill>
                <a:latin typeface="Arial"/>
                <a:ea typeface="Arial"/>
                <a:cs typeface="Arial"/>
                <a:sym typeface="Arial"/>
              </a:rPr>
              <a:t>– Gather responses and quickly analyse responses to gauge overall understanding and individual student needs </a:t>
            </a:r>
            <a:endParaRPr/>
          </a:p>
          <a:p>
            <a:pPr indent="0" lvl="0" marL="0" rtl="0" algn="l">
              <a:spcBef>
                <a:spcPts val="0"/>
              </a:spcBef>
              <a:spcAft>
                <a:spcPts val="0"/>
              </a:spcAft>
              <a:buNone/>
            </a:pPr>
            <a:r>
              <a:rPr lang="en-US" sz="1200">
                <a:solidFill>
                  <a:schemeClr val="dk1"/>
                </a:solidFill>
                <a:latin typeface="Arial"/>
                <a:ea typeface="Arial"/>
                <a:cs typeface="Arial"/>
                <a:sym typeface="Arial"/>
              </a:rPr>
              <a:t>4. </a:t>
            </a:r>
            <a:r>
              <a:rPr b="1" lang="en-US" sz="1200">
                <a:solidFill>
                  <a:schemeClr val="dk1"/>
                </a:solidFill>
                <a:latin typeface="Arial"/>
                <a:ea typeface="Arial"/>
                <a:cs typeface="Arial"/>
                <a:sym typeface="Arial"/>
              </a:rPr>
              <a:t>Provide feedback </a:t>
            </a:r>
            <a:r>
              <a:rPr lang="en-US" sz="1200">
                <a:solidFill>
                  <a:schemeClr val="dk1"/>
                </a:solidFill>
                <a:latin typeface="Arial"/>
                <a:ea typeface="Arial"/>
                <a:cs typeface="Arial"/>
                <a:sym typeface="Arial"/>
              </a:rPr>
              <a:t>– Use the exit ticket data to give immediate feedback </a:t>
            </a:r>
            <a:endParaRPr/>
          </a:p>
          <a:p>
            <a:pPr indent="0" lvl="0" marL="0" rtl="0" algn="l">
              <a:spcBef>
                <a:spcPts val="0"/>
              </a:spcBef>
              <a:spcAft>
                <a:spcPts val="0"/>
              </a:spcAft>
              <a:buNone/>
            </a:pPr>
            <a:r>
              <a:rPr lang="en-US" sz="1200">
                <a:solidFill>
                  <a:schemeClr val="dk1"/>
                </a:solidFill>
                <a:latin typeface="Arial"/>
                <a:ea typeface="Arial"/>
                <a:cs typeface="Arial"/>
                <a:sym typeface="Arial"/>
              </a:rPr>
              <a:t>5. </a:t>
            </a:r>
            <a:r>
              <a:rPr b="1" lang="en-US" sz="1200">
                <a:solidFill>
                  <a:schemeClr val="dk1"/>
                </a:solidFill>
                <a:latin typeface="Arial"/>
                <a:ea typeface="Arial"/>
                <a:cs typeface="Arial"/>
                <a:sym typeface="Arial"/>
              </a:rPr>
              <a:t>Plan next steps </a:t>
            </a:r>
            <a:r>
              <a:rPr lang="en-US" sz="1200">
                <a:solidFill>
                  <a:schemeClr val="dk1"/>
                </a:solidFill>
                <a:latin typeface="Arial"/>
                <a:ea typeface="Arial"/>
                <a:cs typeface="Arial"/>
                <a:sym typeface="Arial"/>
              </a:rPr>
              <a:t>– Adapt future lessons based on patterns or misconceptions identified through the exit tickets </a:t>
            </a:r>
            <a:endParaRPr/>
          </a:p>
          <a:p>
            <a:pPr indent="-152400" lvl="0" marL="228600" rtl="0" algn="l">
              <a:spcBef>
                <a:spcPts val="0"/>
              </a:spcBef>
              <a:spcAft>
                <a:spcPts val="0"/>
              </a:spcAft>
              <a:buClr>
                <a:schemeClr val="dk1"/>
              </a:buClr>
              <a:buSzPts val="1200"/>
              <a:buFont typeface="Play"/>
              <a:buNone/>
            </a:pPr>
            <a:r>
              <a:t/>
            </a:r>
            <a:endParaRPr>
              <a:latin typeface="Jost"/>
              <a:ea typeface="Jost"/>
              <a:cs typeface="Jost"/>
              <a:sym typeface="Jost"/>
            </a:endParaRPr>
          </a:p>
        </p:txBody>
      </p:sp>
      <p:sp>
        <p:nvSpPr>
          <p:cNvPr id="364" name="Google Shape;36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8.png"/><Relationship Id="rId8"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secHead">
  <p:cSld name="SECTION_HEADER">
    <p:bg>
      <p:bgPr>
        <a:solidFill>
          <a:schemeClr val="lt1"/>
        </a:solidFill>
      </p:bgPr>
    </p:bg>
    <p:spTree>
      <p:nvGrpSpPr>
        <p:cNvPr id="31" name="Shape 31"/>
        <p:cNvGrpSpPr/>
        <p:nvPr/>
      </p:nvGrpSpPr>
      <p:grpSpPr>
        <a:xfrm>
          <a:off x="0" y="0"/>
          <a:ext cx="0" cy="0"/>
          <a:chOff x="0" y="0"/>
          <a:chExt cx="0" cy="0"/>
        </a:xfrm>
      </p:grpSpPr>
      <p:sp>
        <p:nvSpPr>
          <p:cNvPr id="32" name="Google Shape;32;p18"/>
          <p:cNvSpPr/>
          <p:nvPr/>
        </p:nvSpPr>
        <p:spPr>
          <a:xfrm>
            <a:off x="0" y="1018770"/>
            <a:ext cx="12191999" cy="4947132"/>
          </a:xfrm>
          <a:prstGeom prst="rect">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 name="Google Shape;33;p18"/>
          <p:cNvSpPr txBox="1"/>
          <p:nvPr>
            <p:ph type="title"/>
          </p:nvPr>
        </p:nvSpPr>
        <p:spPr>
          <a:xfrm>
            <a:off x="387867" y="1018770"/>
            <a:ext cx="11416266" cy="2410230"/>
          </a:xfrm>
          <a:prstGeom prst="rect">
            <a:avLst/>
          </a:prstGeom>
          <a:noFill/>
          <a:ln>
            <a:noFill/>
          </a:ln>
        </p:spPr>
        <p:txBody>
          <a:bodyPr anchorCtr="0" anchor="b" bIns="45700" lIns="91425" spcFirstLastPara="1" rIns="91425" wrap="square" tIns="45700">
            <a:normAutofit/>
          </a:bodyPr>
          <a:lstStyle>
            <a:lvl1pPr lvl="0" algn="ctr">
              <a:lnSpc>
                <a:spcPct val="12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8"/>
          <p:cNvSpPr txBox="1"/>
          <p:nvPr>
            <p:ph idx="1" type="body"/>
          </p:nvPr>
        </p:nvSpPr>
        <p:spPr>
          <a:xfrm>
            <a:off x="387867" y="3554916"/>
            <a:ext cx="11416266" cy="150018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SzPts val="2000"/>
              <a:buNone/>
              <a:defRPr sz="2000">
                <a:solidFill>
                  <a:srgbClr val="757575"/>
                </a:solidFill>
              </a:defRPr>
            </a:lvl2pPr>
            <a:lvl3pPr indent="-228600" lvl="2" marL="1371600" algn="l">
              <a:lnSpc>
                <a:spcPct val="90000"/>
              </a:lnSpc>
              <a:spcBef>
                <a:spcPts val="500"/>
              </a:spcBef>
              <a:spcAft>
                <a:spcPts val="0"/>
              </a:spcAft>
              <a:buSzPts val="1800"/>
              <a:buNone/>
              <a:defRPr sz="1800">
                <a:solidFill>
                  <a:srgbClr val="757575"/>
                </a:solidFill>
              </a:defRPr>
            </a:lvl3pPr>
            <a:lvl4pPr indent="-228600" lvl="3" marL="1828800" algn="l">
              <a:lnSpc>
                <a:spcPct val="90000"/>
              </a:lnSpc>
              <a:spcBef>
                <a:spcPts val="500"/>
              </a:spcBef>
              <a:spcAft>
                <a:spcPts val="0"/>
              </a:spcAft>
              <a:buSzPts val="1600"/>
              <a:buNone/>
              <a:defRPr sz="1600">
                <a:solidFill>
                  <a:srgbClr val="757575"/>
                </a:solidFill>
              </a:defRPr>
            </a:lvl4pPr>
            <a:lvl5pPr indent="-228600" lvl="4" marL="2286000" algn="l">
              <a:lnSpc>
                <a:spcPct val="90000"/>
              </a:lnSpc>
              <a:spcBef>
                <a:spcPts val="500"/>
              </a:spcBef>
              <a:spcAft>
                <a:spcPts val="0"/>
              </a:spcAft>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grpSp>
        <p:nvGrpSpPr>
          <p:cNvPr id="35" name="Google Shape;35;p18"/>
          <p:cNvGrpSpPr/>
          <p:nvPr/>
        </p:nvGrpSpPr>
        <p:grpSpPr>
          <a:xfrm>
            <a:off x="387867" y="6174219"/>
            <a:ext cx="11432426" cy="531344"/>
            <a:chOff x="387867" y="6174219"/>
            <a:chExt cx="11432426" cy="531344"/>
          </a:xfrm>
        </p:grpSpPr>
        <p:sp>
          <p:nvSpPr>
            <p:cNvPr id="36" name="Google Shape;36;p18"/>
            <p:cNvSpPr/>
            <p:nvPr/>
          </p:nvSpPr>
          <p:spPr>
            <a:xfrm>
              <a:off x="4254743"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18"/>
            <p:cNvSpPr/>
            <p:nvPr/>
          </p:nvSpPr>
          <p:spPr>
            <a:xfrm>
              <a:off x="6174086"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18"/>
            <p:cNvSpPr/>
            <p:nvPr/>
          </p:nvSpPr>
          <p:spPr>
            <a:xfrm>
              <a:off x="4899223" y="6176988"/>
              <a:ext cx="528577" cy="528575"/>
            </a:xfrm>
            <a:custGeom>
              <a:rect b="b" l="l" r="r" t="t"/>
              <a:pathLst>
                <a:path extrusionOk="0" h="476540" w="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18"/>
            <p:cNvSpPr/>
            <p:nvPr/>
          </p:nvSpPr>
          <p:spPr>
            <a:xfrm>
              <a:off x="6818565"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18"/>
            <p:cNvSpPr/>
            <p:nvPr/>
          </p:nvSpPr>
          <p:spPr>
            <a:xfrm>
              <a:off x="8100476"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18"/>
            <p:cNvSpPr/>
            <p:nvPr/>
          </p:nvSpPr>
          <p:spPr>
            <a:xfrm>
              <a:off x="5536654" y="6176988"/>
              <a:ext cx="528577" cy="528575"/>
            </a:xfrm>
            <a:custGeom>
              <a:rect b="b" l="l" r="r" t="t"/>
              <a:pathLst>
                <a:path extrusionOk="0" h="476540" w="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18"/>
            <p:cNvSpPr/>
            <p:nvPr/>
          </p:nvSpPr>
          <p:spPr>
            <a:xfrm>
              <a:off x="7463044" y="6176988"/>
              <a:ext cx="528577" cy="528575"/>
            </a:xfrm>
            <a:custGeom>
              <a:rect b="b" l="l" r="r" t="t"/>
              <a:pathLst>
                <a:path extrusionOk="0" h="476540" w="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18"/>
            <p:cNvSpPr/>
            <p:nvPr/>
          </p:nvSpPr>
          <p:spPr>
            <a:xfrm>
              <a:off x="8744955"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18"/>
            <p:cNvSpPr/>
            <p:nvPr/>
          </p:nvSpPr>
          <p:spPr>
            <a:xfrm>
              <a:off x="10026866" y="6174219"/>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D4E7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18"/>
            <p:cNvSpPr/>
            <p:nvPr/>
          </p:nvSpPr>
          <p:spPr>
            <a:xfrm>
              <a:off x="9389435" y="6174219"/>
              <a:ext cx="528577" cy="528575"/>
            </a:xfrm>
            <a:custGeom>
              <a:rect b="b" l="l" r="r" t="t"/>
              <a:pathLst>
                <a:path extrusionOk="0" h="476540" w="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D4E7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18"/>
            <p:cNvSpPr/>
            <p:nvPr/>
          </p:nvSpPr>
          <p:spPr>
            <a:xfrm>
              <a:off x="10671351" y="6174219"/>
              <a:ext cx="535625" cy="5113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D4E7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18"/>
            <p:cNvSpPr/>
            <p:nvPr/>
          </p:nvSpPr>
          <p:spPr>
            <a:xfrm>
              <a:off x="4385217" y="6285665"/>
              <a:ext cx="295437" cy="290187"/>
            </a:xfrm>
            <a:custGeom>
              <a:rect b="b" l="l" r="r" t="t"/>
              <a:pathLst>
                <a:path extrusionOk="0" h="261620" w="266352">
                  <a:moveTo>
                    <a:pt x="67136" y="261620"/>
                  </a:moveTo>
                  <a:lnTo>
                    <a:pt x="67136" y="241300"/>
                  </a:lnTo>
                  <a:cubicBezTo>
                    <a:pt x="67136" y="241300"/>
                    <a:pt x="86186" y="246380"/>
                    <a:pt x="95076" y="243840"/>
                  </a:cubicBezTo>
                  <a:cubicBezTo>
                    <a:pt x="101426" y="242570"/>
                    <a:pt x="102696" y="236220"/>
                    <a:pt x="101426" y="233680"/>
                  </a:cubicBezTo>
                  <a:cubicBezTo>
                    <a:pt x="101426" y="232410"/>
                    <a:pt x="101426" y="231140"/>
                    <a:pt x="101426" y="229870"/>
                  </a:cubicBezTo>
                  <a:lnTo>
                    <a:pt x="103966" y="229870"/>
                  </a:lnTo>
                  <a:cubicBezTo>
                    <a:pt x="103966" y="227330"/>
                    <a:pt x="103966" y="227330"/>
                    <a:pt x="103966" y="227330"/>
                  </a:cubicBezTo>
                  <a:cubicBezTo>
                    <a:pt x="103966" y="226060"/>
                    <a:pt x="101426" y="224790"/>
                    <a:pt x="101426" y="223520"/>
                  </a:cubicBezTo>
                  <a:cubicBezTo>
                    <a:pt x="101426" y="223520"/>
                    <a:pt x="105236" y="222250"/>
                    <a:pt x="105236" y="219710"/>
                  </a:cubicBezTo>
                  <a:cubicBezTo>
                    <a:pt x="105236" y="219710"/>
                    <a:pt x="105236" y="219710"/>
                    <a:pt x="105236" y="218440"/>
                  </a:cubicBezTo>
                  <a:lnTo>
                    <a:pt x="105236" y="215900"/>
                  </a:lnTo>
                  <a:cubicBezTo>
                    <a:pt x="102696" y="215900"/>
                    <a:pt x="102696" y="212090"/>
                    <a:pt x="102696" y="212090"/>
                  </a:cubicBezTo>
                  <a:cubicBezTo>
                    <a:pt x="102696" y="212090"/>
                    <a:pt x="102696" y="212090"/>
                    <a:pt x="102696" y="210820"/>
                  </a:cubicBezTo>
                  <a:cubicBezTo>
                    <a:pt x="105236" y="210820"/>
                    <a:pt x="107776" y="210820"/>
                    <a:pt x="110316" y="209550"/>
                  </a:cubicBezTo>
                  <a:cubicBezTo>
                    <a:pt x="112856" y="209550"/>
                    <a:pt x="115396" y="205740"/>
                    <a:pt x="114126" y="203200"/>
                  </a:cubicBezTo>
                  <a:lnTo>
                    <a:pt x="102696" y="189230"/>
                  </a:lnTo>
                  <a:cubicBezTo>
                    <a:pt x="102696" y="189230"/>
                    <a:pt x="102696" y="187960"/>
                    <a:pt x="102696" y="186690"/>
                  </a:cubicBezTo>
                  <a:lnTo>
                    <a:pt x="102696" y="186690"/>
                  </a:lnTo>
                  <a:cubicBezTo>
                    <a:pt x="102696" y="186690"/>
                    <a:pt x="102696" y="184150"/>
                    <a:pt x="102696" y="182880"/>
                  </a:cubicBezTo>
                  <a:cubicBezTo>
                    <a:pt x="106506" y="176530"/>
                    <a:pt x="105236" y="171450"/>
                    <a:pt x="103966" y="168910"/>
                  </a:cubicBezTo>
                  <a:cubicBezTo>
                    <a:pt x="89996" y="102870"/>
                    <a:pt x="-11604" y="110490"/>
                    <a:pt x="1096" y="187960"/>
                  </a:cubicBezTo>
                  <a:cubicBezTo>
                    <a:pt x="2366" y="198120"/>
                    <a:pt x="12526" y="204470"/>
                    <a:pt x="12526" y="218440"/>
                  </a:cubicBezTo>
                  <a:cubicBezTo>
                    <a:pt x="12526" y="236220"/>
                    <a:pt x="8716" y="261620"/>
                    <a:pt x="8716" y="261620"/>
                  </a:cubicBezTo>
                  <a:moveTo>
                    <a:pt x="199216" y="261620"/>
                  </a:moveTo>
                  <a:lnTo>
                    <a:pt x="199216" y="241300"/>
                  </a:lnTo>
                  <a:cubicBezTo>
                    <a:pt x="199216" y="241300"/>
                    <a:pt x="180166" y="246380"/>
                    <a:pt x="171276" y="243840"/>
                  </a:cubicBezTo>
                  <a:cubicBezTo>
                    <a:pt x="164926" y="242570"/>
                    <a:pt x="163656" y="236220"/>
                    <a:pt x="164926" y="233680"/>
                  </a:cubicBezTo>
                  <a:cubicBezTo>
                    <a:pt x="164926" y="232410"/>
                    <a:pt x="164926" y="231140"/>
                    <a:pt x="164926" y="229870"/>
                  </a:cubicBezTo>
                  <a:lnTo>
                    <a:pt x="162386" y="229870"/>
                  </a:lnTo>
                  <a:cubicBezTo>
                    <a:pt x="162386" y="227330"/>
                    <a:pt x="162386" y="227330"/>
                    <a:pt x="162386" y="227330"/>
                  </a:cubicBezTo>
                  <a:cubicBezTo>
                    <a:pt x="162386" y="226060"/>
                    <a:pt x="164926" y="224790"/>
                    <a:pt x="164926" y="223520"/>
                  </a:cubicBezTo>
                  <a:cubicBezTo>
                    <a:pt x="164926" y="223520"/>
                    <a:pt x="161116" y="222250"/>
                    <a:pt x="161116" y="219710"/>
                  </a:cubicBezTo>
                  <a:cubicBezTo>
                    <a:pt x="161116" y="219710"/>
                    <a:pt x="161116" y="219710"/>
                    <a:pt x="161116" y="218440"/>
                  </a:cubicBezTo>
                  <a:lnTo>
                    <a:pt x="161116" y="215900"/>
                  </a:lnTo>
                  <a:cubicBezTo>
                    <a:pt x="163656" y="215900"/>
                    <a:pt x="163656" y="212090"/>
                    <a:pt x="163656" y="212090"/>
                  </a:cubicBezTo>
                  <a:cubicBezTo>
                    <a:pt x="163656" y="212090"/>
                    <a:pt x="163656" y="212090"/>
                    <a:pt x="163656" y="210820"/>
                  </a:cubicBezTo>
                  <a:cubicBezTo>
                    <a:pt x="161116" y="210820"/>
                    <a:pt x="158576" y="210820"/>
                    <a:pt x="156036" y="209550"/>
                  </a:cubicBezTo>
                  <a:cubicBezTo>
                    <a:pt x="153496" y="209550"/>
                    <a:pt x="150956" y="205740"/>
                    <a:pt x="152226" y="203200"/>
                  </a:cubicBezTo>
                  <a:lnTo>
                    <a:pt x="163656" y="189230"/>
                  </a:lnTo>
                  <a:cubicBezTo>
                    <a:pt x="163656" y="189230"/>
                    <a:pt x="163656" y="187960"/>
                    <a:pt x="163656" y="186690"/>
                  </a:cubicBezTo>
                  <a:lnTo>
                    <a:pt x="163656" y="186690"/>
                  </a:lnTo>
                  <a:cubicBezTo>
                    <a:pt x="163656" y="186690"/>
                    <a:pt x="163656" y="184150"/>
                    <a:pt x="163656" y="182880"/>
                  </a:cubicBezTo>
                  <a:cubicBezTo>
                    <a:pt x="159846" y="176530"/>
                    <a:pt x="161116" y="171450"/>
                    <a:pt x="162386" y="168910"/>
                  </a:cubicBezTo>
                  <a:cubicBezTo>
                    <a:pt x="176356" y="102870"/>
                    <a:pt x="277956" y="110490"/>
                    <a:pt x="265256" y="187960"/>
                  </a:cubicBezTo>
                  <a:cubicBezTo>
                    <a:pt x="263986" y="198120"/>
                    <a:pt x="253826" y="204470"/>
                    <a:pt x="253826" y="218440"/>
                  </a:cubicBezTo>
                  <a:cubicBezTo>
                    <a:pt x="253826" y="236220"/>
                    <a:pt x="257636" y="261620"/>
                    <a:pt x="257636" y="261620"/>
                  </a:cubicBezTo>
                  <a:moveTo>
                    <a:pt x="140796" y="97790"/>
                  </a:moveTo>
                  <a:cubicBezTo>
                    <a:pt x="147146" y="100330"/>
                    <a:pt x="156036" y="102870"/>
                    <a:pt x="163656" y="102870"/>
                  </a:cubicBezTo>
                  <a:cubicBezTo>
                    <a:pt x="171276" y="102870"/>
                    <a:pt x="182706" y="100330"/>
                    <a:pt x="190326" y="95250"/>
                  </a:cubicBezTo>
                  <a:lnTo>
                    <a:pt x="190326" y="95250"/>
                  </a:lnTo>
                  <a:cubicBezTo>
                    <a:pt x="190326" y="95250"/>
                    <a:pt x="215726" y="101600"/>
                    <a:pt x="215726" y="101600"/>
                  </a:cubicBezTo>
                  <a:lnTo>
                    <a:pt x="210646" y="74930"/>
                  </a:lnTo>
                  <a:lnTo>
                    <a:pt x="210646" y="74930"/>
                  </a:lnTo>
                  <a:cubicBezTo>
                    <a:pt x="214456" y="67310"/>
                    <a:pt x="216996" y="59690"/>
                    <a:pt x="216996" y="50800"/>
                  </a:cubicBezTo>
                  <a:cubicBezTo>
                    <a:pt x="216996" y="22860"/>
                    <a:pt x="192866" y="0"/>
                    <a:pt x="163656" y="0"/>
                  </a:cubicBezTo>
                  <a:cubicBezTo>
                    <a:pt x="134446" y="0"/>
                    <a:pt x="149686" y="0"/>
                    <a:pt x="144606" y="3810"/>
                  </a:cubicBezTo>
                  <a:cubicBezTo>
                    <a:pt x="143336" y="3810"/>
                    <a:pt x="142066" y="3810"/>
                    <a:pt x="142066" y="3810"/>
                  </a:cubicBezTo>
                  <a:moveTo>
                    <a:pt x="55706" y="74930"/>
                  </a:moveTo>
                  <a:cubicBezTo>
                    <a:pt x="51896" y="67310"/>
                    <a:pt x="49356" y="59690"/>
                    <a:pt x="49356" y="50800"/>
                  </a:cubicBezTo>
                  <a:cubicBezTo>
                    <a:pt x="49356" y="22860"/>
                    <a:pt x="73486" y="0"/>
                    <a:pt x="102696" y="0"/>
                  </a:cubicBezTo>
                  <a:cubicBezTo>
                    <a:pt x="131906" y="0"/>
                    <a:pt x="156036" y="22860"/>
                    <a:pt x="156036" y="50800"/>
                  </a:cubicBezTo>
                  <a:cubicBezTo>
                    <a:pt x="156036" y="78740"/>
                    <a:pt x="131906" y="101600"/>
                    <a:pt x="102696" y="101600"/>
                  </a:cubicBezTo>
                  <a:cubicBezTo>
                    <a:pt x="73486" y="101600"/>
                    <a:pt x="83646" y="99060"/>
                    <a:pt x="76026" y="93980"/>
                  </a:cubicBezTo>
                  <a:lnTo>
                    <a:pt x="76026" y="93980"/>
                  </a:lnTo>
                  <a:cubicBezTo>
                    <a:pt x="76026" y="93980"/>
                    <a:pt x="50626" y="100330"/>
                    <a:pt x="50626" y="100330"/>
                  </a:cubicBezTo>
                  <a:lnTo>
                    <a:pt x="55706" y="73660"/>
                  </a:lnTo>
                  <a:lnTo>
                    <a:pt x="55706" y="7366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18"/>
            <p:cNvSpPr/>
            <p:nvPr/>
          </p:nvSpPr>
          <p:spPr>
            <a:xfrm>
              <a:off x="6324206" y="6294950"/>
              <a:ext cx="271623" cy="272450"/>
            </a:xfrm>
            <a:custGeom>
              <a:rect b="b" l="l" r="r" t="t"/>
              <a:pathLst>
                <a:path extrusionOk="0" h="245629" w="244882">
                  <a:moveTo>
                    <a:pt x="126773" y="133869"/>
                  </a:moveTo>
                  <a:lnTo>
                    <a:pt x="126773" y="133869"/>
                  </a:lnTo>
                  <a:cubicBezTo>
                    <a:pt x="126773" y="151649"/>
                    <a:pt x="112803" y="165619"/>
                    <a:pt x="95023" y="165619"/>
                  </a:cubicBezTo>
                  <a:lnTo>
                    <a:pt x="42953" y="165619"/>
                  </a:lnTo>
                  <a:cubicBezTo>
                    <a:pt x="34063" y="165619"/>
                    <a:pt x="27713" y="173239"/>
                    <a:pt x="27713" y="180859"/>
                  </a:cubicBezTo>
                  <a:cubicBezTo>
                    <a:pt x="27713" y="188479"/>
                    <a:pt x="35333" y="196099"/>
                    <a:pt x="42953" y="196099"/>
                  </a:cubicBezTo>
                  <a:lnTo>
                    <a:pt x="128043" y="196099"/>
                  </a:lnTo>
                  <a:cubicBezTo>
                    <a:pt x="136933" y="196099"/>
                    <a:pt x="144553" y="198639"/>
                    <a:pt x="152173" y="202449"/>
                  </a:cubicBezTo>
                  <a:cubicBezTo>
                    <a:pt x="161063" y="208799"/>
                    <a:pt x="172493" y="211339"/>
                    <a:pt x="183923" y="211339"/>
                  </a:cubicBezTo>
                  <a:lnTo>
                    <a:pt x="186463" y="211339"/>
                  </a:lnTo>
                  <a:cubicBezTo>
                    <a:pt x="218213" y="211339"/>
                    <a:pt x="244883" y="185939"/>
                    <a:pt x="244883" y="152919"/>
                  </a:cubicBezTo>
                  <a:cubicBezTo>
                    <a:pt x="244883" y="119899"/>
                    <a:pt x="227103" y="103389"/>
                    <a:pt x="201703" y="97039"/>
                  </a:cubicBezTo>
                  <a:lnTo>
                    <a:pt x="136933" y="79259"/>
                  </a:lnTo>
                  <a:moveTo>
                    <a:pt x="88673" y="67829"/>
                  </a:moveTo>
                  <a:lnTo>
                    <a:pt x="70893" y="62749"/>
                  </a:lnTo>
                  <a:cubicBezTo>
                    <a:pt x="64543" y="61479"/>
                    <a:pt x="56923" y="62749"/>
                    <a:pt x="53113" y="70369"/>
                  </a:cubicBezTo>
                  <a:lnTo>
                    <a:pt x="2313" y="155459"/>
                  </a:lnTo>
                  <a:cubicBezTo>
                    <a:pt x="-2767" y="163079"/>
                    <a:pt x="1043" y="173239"/>
                    <a:pt x="8663" y="177049"/>
                  </a:cubicBezTo>
                  <a:cubicBezTo>
                    <a:pt x="16283" y="180859"/>
                    <a:pt x="26443" y="178319"/>
                    <a:pt x="30253" y="170699"/>
                  </a:cubicBezTo>
                  <a:moveTo>
                    <a:pt x="17553" y="218959"/>
                  </a:moveTo>
                  <a:lnTo>
                    <a:pt x="35333" y="229119"/>
                  </a:lnTo>
                  <a:moveTo>
                    <a:pt x="130583" y="43699"/>
                  </a:moveTo>
                  <a:lnTo>
                    <a:pt x="69623" y="150379"/>
                  </a:lnTo>
                  <a:moveTo>
                    <a:pt x="97563" y="150379"/>
                  </a:moveTo>
                  <a:lnTo>
                    <a:pt x="163603" y="36079"/>
                  </a:lnTo>
                  <a:cubicBezTo>
                    <a:pt x="169953" y="24649"/>
                    <a:pt x="166143" y="10679"/>
                    <a:pt x="154713" y="3059"/>
                  </a:cubicBezTo>
                  <a:cubicBezTo>
                    <a:pt x="143283" y="-3291"/>
                    <a:pt x="129313" y="519"/>
                    <a:pt x="122963" y="11949"/>
                  </a:cubicBezTo>
                  <a:lnTo>
                    <a:pt x="42953" y="150379"/>
                  </a:lnTo>
                  <a:lnTo>
                    <a:pt x="34063" y="166889"/>
                  </a:lnTo>
                  <a:lnTo>
                    <a:pt x="16283" y="196099"/>
                  </a:lnTo>
                  <a:lnTo>
                    <a:pt x="16283" y="245629"/>
                  </a:lnTo>
                  <a:lnTo>
                    <a:pt x="58193" y="220229"/>
                  </a:lnTo>
                  <a:lnTo>
                    <a:pt x="62003" y="213879"/>
                  </a:lnTo>
                  <a:moveTo>
                    <a:pt x="131853" y="25919"/>
                  </a:moveTo>
                  <a:lnTo>
                    <a:pt x="159793" y="41159"/>
                  </a:lnTo>
                  <a:moveTo>
                    <a:pt x="152173" y="55129"/>
                  </a:moveTo>
                  <a:lnTo>
                    <a:pt x="124233" y="3988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18"/>
            <p:cNvSpPr/>
            <p:nvPr/>
          </p:nvSpPr>
          <p:spPr>
            <a:xfrm>
              <a:off x="5052120" y="6292709"/>
              <a:ext cx="274693" cy="274692"/>
            </a:xfrm>
            <a:custGeom>
              <a:rect b="b" l="l" r="r" t="t"/>
              <a:pathLst>
                <a:path extrusionOk="0" h="247650" w="247650">
                  <a:moveTo>
                    <a:pt x="210821" y="165100"/>
                  </a:moveTo>
                  <a:lnTo>
                    <a:pt x="247650" y="173990"/>
                  </a:lnTo>
                  <a:moveTo>
                    <a:pt x="154940" y="210820"/>
                  </a:moveTo>
                  <a:lnTo>
                    <a:pt x="163830" y="247650"/>
                  </a:lnTo>
                  <a:moveTo>
                    <a:pt x="182880" y="193040"/>
                  </a:moveTo>
                  <a:lnTo>
                    <a:pt x="246380" y="247650"/>
                  </a:lnTo>
                  <a:moveTo>
                    <a:pt x="54611" y="82550"/>
                  </a:moveTo>
                  <a:lnTo>
                    <a:pt x="26670" y="82550"/>
                  </a:lnTo>
                  <a:lnTo>
                    <a:pt x="26670" y="0"/>
                  </a:lnTo>
                  <a:lnTo>
                    <a:pt x="54611" y="0"/>
                  </a:lnTo>
                  <a:lnTo>
                    <a:pt x="54611" y="82550"/>
                  </a:lnTo>
                  <a:close/>
                  <a:moveTo>
                    <a:pt x="171450" y="129540"/>
                  </a:moveTo>
                  <a:cubicBezTo>
                    <a:pt x="185421" y="143510"/>
                    <a:pt x="185421" y="166370"/>
                    <a:pt x="171450" y="181610"/>
                  </a:cubicBezTo>
                  <a:cubicBezTo>
                    <a:pt x="157480" y="195580"/>
                    <a:pt x="134620" y="195580"/>
                    <a:pt x="119380" y="181610"/>
                  </a:cubicBezTo>
                  <a:moveTo>
                    <a:pt x="200661" y="100330"/>
                  </a:moveTo>
                  <a:lnTo>
                    <a:pt x="91440" y="210820"/>
                  </a:lnTo>
                  <a:lnTo>
                    <a:pt x="64770" y="146050"/>
                  </a:lnTo>
                  <a:lnTo>
                    <a:pt x="135890" y="74930"/>
                  </a:lnTo>
                  <a:lnTo>
                    <a:pt x="200661" y="100330"/>
                  </a:lnTo>
                  <a:close/>
                  <a:moveTo>
                    <a:pt x="54611" y="26670"/>
                  </a:moveTo>
                  <a:lnTo>
                    <a:pt x="71120" y="10160"/>
                  </a:lnTo>
                  <a:lnTo>
                    <a:pt x="135890" y="74930"/>
                  </a:lnTo>
                  <a:lnTo>
                    <a:pt x="64770" y="146050"/>
                  </a:lnTo>
                  <a:lnTo>
                    <a:pt x="0" y="81280"/>
                  </a:lnTo>
                  <a:lnTo>
                    <a:pt x="27940" y="5334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 name="Google Shape;50;p18"/>
            <p:cNvSpPr/>
            <p:nvPr/>
          </p:nvSpPr>
          <p:spPr>
            <a:xfrm>
              <a:off x="6987236" y="6288473"/>
              <a:ext cx="228206" cy="282795"/>
            </a:xfrm>
            <a:custGeom>
              <a:rect b="b" l="l" r="r" t="t"/>
              <a:pathLst>
                <a:path extrusionOk="0" h="254955" w="205740">
                  <a:moveTo>
                    <a:pt x="0" y="29220"/>
                  </a:moveTo>
                  <a:cubicBezTo>
                    <a:pt x="0" y="21600"/>
                    <a:pt x="6350" y="15250"/>
                    <a:pt x="12700" y="12710"/>
                  </a:cubicBezTo>
                  <a:lnTo>
                    <a:pt x="41910" y="1280"/>
                  </a:lnTo>
                  <a:cubicBezTo>
                    <a:pt x="50800" y="-2530"/>
                    <a:pt x="60960" y="2550"/>
                    <a:pt x="64770" y="11440"/>
                  </a:cubicBezTo>
                  <a:lnTo>
                    <a:pt x="76200" y="54620"/>
                  </a:lnTo>
                  <a:lnTo>
                    <a:pt x="55880" y="71130"/>
                  </a:lnTo>
                  <a:cubicBezTo>
                    <a:pt x="52070" y="74940"/>
                    <a:pt x="49530" y="78750"/>
                    <a:pt x="50800" y="83830"/>
                  </a:cubicBezTo>
                  <a:cubicBezTo>
                    <a:pt x="57150" y="128280"/>
                    <a:pt x="76200" y="162570"/>
                    <a:pt x="110490" y="184160"/>
                  </a:cubicBezTo>
                  <a:cubicBezTo>
                    <a:pt x="114300" y="186700"/>
                    <a:pt x="119380" y="187970"/>
                    <a:pt x="124460" y="185430"/>
                  </a:cubicBezTo>
                  <a:lnTo>
                    <a:pt x="149860" y="176540"/>
                  </a:lnTo>
                  <a:lnTo>
                    <a:pt x="181610" y="207020"/>
                  </a:lnTo>
                  <a:cubicBezTo>
                    <a:pt x="187960" y="213370"/>
                    <a:pt x="187960" y="224800"/>
                    <a:pt x="180340" y="231150"/>
                  </a:cubicBezTo>
                  <a:lnTo>
                    <a:pt x="156210" y="250200"/>
                  </a:lnTo>
                  <a:cubicBezTo>
                    <a:pt x="149860" y="255280"/>
                    <a:pt x="142240" y="256550"/>
                    <a:pt x="135890" y="252740"/>
                  </a:cubicBezTo>
                  <a:cubicBezTo>
                    <a:pt x="111760" y="243850"/>
                    <a:pt x="66040" y="212100"/>
                    <a:pt x="34290" y="158760"/>
                  </a:cubicBezTo>
                  <a:cubicBezTo>
                    <a:pt x="2540" y="105420"/>
                    <a:pt x="-1270" y="50810"/>
                    <a:pt x="1270" y="26680"/>
                  </a:cubicBezTo>
                  <a:close/>
                  <a:moveTo>
                    <a:pt x="194310" y="59700"/>
                  </a:moveTo>
                  <a:lnTo>
                    <a:pt x="177800" y="59700"/>
                  </a:lnTo>
                  <a:lnTo>
                    <a:pt x="177800" y="43190"/>
                  </a:lnTo>
                  <a:moveTo>
                    <a:pt x="127000" y="124470"/>
                  </a:moveTo>
                  <a:lnTo>
                    <a:pt x="127000" y="107960"/>
                  </a:lnTo>
                  <a:lnTo>
                    <a:pt x="110490" y="107960"/>
                  </a:lnTo>
                  <a:moveTo>
                    <a:pt x="177800" y="124470"/>
                  </a:moveTo>
                  <a:lnTo>
                    <a:pt x="177800" y="107960"/>
                  </a:lnTo>
                  <a:lnTo>
                    <a:pt x="194310" y="107960"/>
                  </a:lnTo>
                  <a:moveTo>
                    <a:pt x="110490" y="59700"/>
                  </a:moveTo>
                  <a:lnTo>
                    <a:pt x="127000" y="59700"/>
                  </a:lnTo>
                  <a:lnTo>
                    <a:pt x="127000" y="43190"/>
                  </a:lnTo>
                  <a:moveTo>
                    <a:pt x="156210" y="80020"/>
                  </a:moveTo>
                  <a:lnTo>
                    <a:pt x="189230" y="47000"/>
                  </a:lnTo>
                  <a:moveTo>
                    <a:pt x="114300" y="120660"/>
                  </a:moveTo>
                  <a:lnTo>
                    <a:pt x="147320" y="87640"/>
                  </a:lnTo>
                  <a:moveTo>
                    <a:pt x="156210" y="87640"/>
                  </a:moveTo>
                  <a:lnTo>
                    <a:pt x="189230" y="120660"/>
                  </a:lnTo>
                  <a:moveTo>
                    <a:pt x="114300" y="47000"/>
                  </a:moveTo>
                  <a:lnTo>
                    <a:pt x="147320" y="80020"/>
                  </a:lnTo>
                  <a:moveTo>
                    <a:pt x="199390" y="95260"/>
                  </a:moveTo>
                  <a:lnTo>
                    <a:pt x="187960" y="83830"/>
                  </a:lnTo>
                  <a:lnTo>
                    <a:pt x="199390" y="72400"/>
                  </a:lnTo>
                  <a:moveTo>
                    <a:pt x="105410" y="95260"/>
                  </a:moveTo>
                  <a:lnTo>
                    <a:pt x="116840" y="83830"/>
                  </a:lnTo>
                  <a:lnTo>
                    <a:pt x="105410" y="72400"/>
                  </a:lnTo>
                  <a:moveTo>
                    <a:pt x="140970" y="130820"/>
                  </a:moveTo>
                  <a:lnTo>
                    <a:pt x="152400" y="119390"/>
                  </a:lnTo>
                  <a:lnTo>
                    <a:pt x="163830" y="130820"/>
                  </a:lnTo>
                  <a:moveTo>
                    <a:pt x="140970" y="36840"/>
                  </a:moveTo>
                  <a:lnTo>
                    <a:pt x="152400" y="48270"/>
                  </a:lnTo>
                  <a:lnTo>
                    <a:pt x="163830" y="36840"/>
                  </a:lnTo>
                  <a:moveTo>
                    <a:pt x="158750" y="83830"/>
                  </a:moveTo>
                  <a:lnTo>
                    <a:pt x="205740" y="83830"/>
                  </a:lnTo>
                  <a:moveTo>
                    <a:pt x="99060" y="83830"/>
                  </a:moveTo>
                  <a:lnTo>
                    <a:pt x="146050" y="83830"/>
                  </a:lnTo>
                  <a:moveTo>
                    <a:pt x="152400" y="90180"/>
                  </a:moveTo>
                  <a:lnTo>
                    <a:pt x="152400" y="137170"/>
                  </a:lnTo>
                  <a:moveTo>
                    <a:pt x="152400" y="31760"/>
                  </a:moveTo>
                  <a:lnTo>
                    <a:pt x="152400" y="78750"/>
                  </a:lnTo>
                  <a:moveTo>
                    <a:pt x="158750" y="83830"/>
                  </a:moveTo>
                  <a:cubicBezTo>
                    <a:pt x="158750" y="87640"/>
                    <a:pt x="156210" y="90180"/>
                    <a:pt x="152400" y="90180"/>
                  </a:cubicBezTo>
                  <a:cubicBezTo>
                    <a:pt x="148590" y="90180"/>
                    <a:pt x="146050" y="87640"/>
                    <a:pt x="146050" y="83830"/>
                  </a:cubicBezTo>
                  <a:cubicBezTo>
                    <a:pt x="146050" y="80020"/>
                    <a:pt x="148590" y="77480"/>
                    <a:pt x="152400" y="77480"/>
                  </a:cubicBezTo>
                  <a:cubicBezTo>
                    <a:pt x="156210" y="77480"/>
                    <a:pt x="158750" y="80020"/>
                    <a:pt x="158750" y="8383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p18"/>
            <p:cNvSpPr/>
            <p:nvPr/>
          </p:nvSpPr>
          <p:spPr>
            <a:xfrm>
              <a:off x="8220377" y="6282849"/>
              <a:ext cx="295823" cy="295822"/>
            </a:xfrm>
            <a:custGeom>
              <a:rect b="b" l="l" r="r" t="t"/>
              <a:pathLst>
                <a:path extrusionOk="0" h="266700" w="266700">
                  <a:moveTo>
                    <a:pt x="167640" y="133350"/>
                  </a:moveTo>
                  <a:cubicBezTo>
                    <a:pt x="167640" y="152400"/>
                    <a:pt x="152400" y="167640"/>
                    <a:pt x="133350" y="167640"/>
                  </a:cubicBezTo>
                  <a:cubicBezTo>
                    <a:pt x="114300" y="167640"/>
                    <a:pt x="99060" y="152400"/>
                    <a:pt x="99060" y="133350"/>
                  </a:cubicBezTo>
                  <a:cubicBezTo>
                    <a:pt x="99060" y="114300"/>
                    <a:pt x="114300" y="99060"/>
                    <a:pt x="133350" y="99060"/>
                  </a:cubicBezTo>
                  <a:cubicBezTo>
                    <a:pt x="152400" y="99060"/>
                    <a:pt x="167640" y="114300"/>
                    <a:pt x="167640" y="133350"/>
                  </a:cubicBezTo>
                  <a:close/>
                  <a:moveTo>
                    <a:pt x="133350" y="265430"/>
                  </a:moveTo>
                  <a:lnTo>
                    <a:pt x="118110" y="241300"/>
                  </a:lnTo>
                  <a:moveTo>
                    <a:pt x="148590" y="242570"/>
                  </a:moveTo>
                  <a:lnTo>
                    <a:pt x="133350" y="266700"/>
                  </a:lnTo>
                  <a:moveTo>
                    <a:pt x="133350" y="190500"/>
                  </a:moveTo>
                  <a:lnTo>
                    <a:pt x="133350" y="265430"/>
                  </a:lnTo>
                  <a:moveTo>
                    <a:pt x="133350" y="1270"/>
                  </a:moveTo>
                  <a:lnTo>
                    <a:pt x="148590" y="25400"/>
                  </a:lnTo>
                  <a:moveTo>
                    <a:pt x="118110" y="24130"/>
                  </a:moveTo>
                  <a:lnTo>
                    <a:pt x="133350" y="0"/>
                  </a:lnTo>
                  <a:moveTo>
                    <a:pt x="133350" y="76200"/>
                  </a:moveTo>
                  <a:lnTo>
                    <a:pt x="133350" y="1270"/>
                  </a:lnTo>
                  <a:moveTo>
                    <a:pt x="196850" y="196850"/>
                  </a:moveTo>
                  <a:lnTo>
                    <a:pt x="177800" y="193040"/>
                  </a:lnTo>
                  <a:moveTo>
                    <a:pt x="193040" y="177800"/>
                  </a:moveTo>
                  <a:lnTo>
                    <a:pt x="196850" y="196850"/>
                  </a:lnTo>
                  <a:moveTo>
                    <a:pt x="161290" y="161290"/>
                  </a:moveTo>
                  <a:lnTo>
                    <a:pt x="198120" y="198120"/>
                  </a:lnTo>
                  <a:moveTo>
                    <a:pt x="69850" y="68580"/>
                  </a:moveTo>
                  <a:lnTo>
                    <a:pt x="88900" y="72390"/>
                  </a:lnTo>
                  <a:moveTo>
                    <a:pt x="73660" y="88900"/>
                  </a:moveTo>
                  <a:lnTo>
                    <a:pt x="69850" y="69850"/>
                  </a:lnTo>
                  <a:moveTo>
                    <a:pt x="105410" y="105410"/>
                  </a:moveTo>
                  <a:lnTo>
                    <a:pt x="68580" y="68580"/>
                  </a:lnTo>
                  <a:moveTo>
                    <a:pt x="69850" y="196850"/>
                  </a:moveTo>
                  <a:lnTo>
                    <a:pt x="73660" y="177800"/>
                  </a:lnTo>
                  <a:moveTo>
                    <a:pt x="88900" y="193040"/>
                  </a:moveTo>
                  <a:lnTo>
                    <a:pt x="69850" y="196850"/>
                  </a:lnTo>
                  <a:moveTo>
                    <a:pt x="105410" y="161290"/>
                  </a:moveTo>
                  <a:lnTo>
                    <a:pt x="68580" y="198120"/>
                  </a:lnTo>
                  <a:moveTo>
                    <a:pt x="196850" y="68580"/>
                  </a:moveTo>
                  <a:lnTo>
                    <a:pt x="193040" y="87630"/>
                  </a:lnTo>
                  <a:moveTo>
                    <a:pt x="177800" y="72390"/>
                  </a:moveTo>
                  <a:lnTo>
                    <a:pt x="196850" y="68580"/>
                  </a:lnTo>
                  <a:moveTo>
                    <a:pt x="161290" y="105410"/>
                  </a:moveTo>
                  <a:lnTo>
                    <a:pt x="198120" y="68580"/>
                  </a:lnTo>
                  <a:moveTo>
                    <a:pt x="1270" y="133350"/>
                  </a:moveTo>
                  <a:lnTo>
                    <a:pt x="25400" y="118110"/>
                  </a:lnTo>
                  <a:moveTo>
                    <a:pt x="24130" y="148590"/>
                  </a:moveTo>
                  <a:lnTo>
                    <a:pt x="0" y="133350"/>
                  </a:lnTo>
                  <a:moveTo>
                    <a:pt x="76200" y="133350"/>
                  </a:moveTo>
                  <a:lnTo>
                    <a:pt x="1270" y="133350"/>
                  </a:lnTo>
                  <a:moveTo>
                    <a:pt x="265430" y="133350"/>
                  </a:moveTo>
                  <a:lnTo>
                    <a:pt x="241300" y="148590"/>
                  </a:lnTo>
                  <a:moveTo>
                    <a:pt x="242570" y="116840"/>
                  </a:moveTo>
                  <a:lnTo>
                    <a:pt x="266700" y="132080"/>
                  </a:lnTo>
                  <a:moveTo>
                    <a:pt x="190500" y="133350"/>
                  </a:moveTo>
                  <a:lnTo>
                    <a:pt x="265430" y="13335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 name="Google Shape;52;p18"/>
            <p:cNvSpPr/>
            <p:nvPr/>
          </p:nvSpPr>
          <p:spPr>
            <a:xfrm>
              <a:off x="8876830" y="6303979"/>
              <a:ext cx="271874" cy="253562"/>
            </a:xfrm>
            <a:custGeom>
              <a:rect b="b" l="l" r="r" t="t"/>
              <a:pathLst>
                <a:path extrusionOk="0" h="228600" w="245109">
                  <a:moveTo>
                    <a:pt x="93980" y="156210"/>
                  </a:moveTo>
                  <a:cubicBezTo>
                    <a:pt x="100330" y="147320"/>
                    <a:pt x="110490" y="140970"/>
                    <a:pt x="123190" y="140970"/>
                  </a:cubicBezTo>
                  <a:cubicBezTo>
                    <a:pt x="135890" y="140970"/>
                    <a:pt x="146050" y="147320"/>
                    <a:pt x="152400" y="156210"/>
                  </a:cubicBezTo>
                  <a:moveTo>
                    <a:pt x="234950" y="132080"/>
                  </a:moveTo>
                  <a:cubicBezTo>
                    <a:pt x="238760" y="128270"/>
                    <a:pt x="241300" y="123190"/>
                    <a:pt x="241300" y="116840"/>
                  </a:cubicBezTo>
                  <a:cubicBezTo>
                    <a:pt x="241300" y="105410"/>
                    <a:pt x="231140" y="95250"/>
                    <a:pt x="219710" y="95250"/>
                  </a:cubicBezTo>
                  <a:cubicBezTo>
                    <a:pt x="208280" y="95250"/>
                    <a:pt x="198120" y="105410"/>
                    <a:pt x="198120" y="116840"/>
                  </a:cubicBezTo>
                  <a:cubicBezTo>
                    <a:pt x="198120" y="128270"/>
                    <a:pt x="200660" y="128270"/>
                    <a:pt x="204470" y="132080"/>
                  </a:cubicBezTo>
                  <a:moveTo>
                    <a:pt x="107950" y="133350"/>
                  </a:moveTo>
                  <a:cubicBezTo>
                    <a:pt x="104140" y="129540"/>
                    <a:pt x="101600" y="124460"/>
                    <a:pt x="101600" y="118110"/>
                  </a:cubicBezTo>
                  <a:cubicBezTo>
                    <a:pt x="101600" y="106680"/>
                    <a:pt x="111760" y="96520"/>
                    <a:pt x="123190" y="96520"/>
                  </a:cubicBezTo>
                  <a:cubicBezTo>
                    <a:pt x="134620" y="96520"/>
                    <a:pt x="144780" y="106680"/>
                    <a:pt x="144780" y="118110"/>
                  </a:cubicBezTo>
                  <a:cubicBezTo>
                    <a:pt x="144780" y="129540"/>
                    <a:pt x="142240" y="129540"/>
                    <a:pt x="138430" y="133350"/>
                  </a:cubicBezTo>
                  <a:moveTo>
                    <a:pt x="11430" y="132080"/>
                  </a:moveTo>
                  <a:cubicBezTo>
                    <a:pt x="7620" y="128270"/>
                    <a:pt x="5080" y="123190"/>
                    <a:pt x="5080" y="116840"/>
                  </a:cubicBezTo>
                  <a:cubicBezTo>
                    <a:pt x="5080" y="105410"/>
                    <a:pt x="15240" y="95250"/>
                    <a:pt x="26670" y="95250"/>
                  </a:cubicBezTo>
                  <a:cubicBezTo>
                    <a:pt x="38100" y="95250"/>
                    <a:pt x="48260" y="105410"/>
                    <a:pt x="48260" y="116840"/>
                  </a:cubicBezTo>
                  <a:cubicBezTo>
                    <a:pt x="48260" y="128270"/>
                    <a:pt x="45720" y="128270"/>
                    <a:pt x="41910" y="132080"/>
                  </a:cubicBezTo>
                  <a:moveTo>
                    <a:pt x="52070" y="213360"/>
                  </a:moveTo>
                  <a:lnTo>
                    <a:pt x="194310" y="213360"/>
                  </a:lnTo>
                  <a:moveTo>
                    <a:pt x="82550" y="186690"/>
                  </a:moveTo>
                  <a:lnTo>
                    <a:pt x="163830" y="186690"/>
                  </a:lnTo>
                  <a:moveTo>
                    <a:pt x="213360" y="166370"/>
                  </a:moveTo>
                  <a:lnTo>
                    <a:pt x="213360" y="173990"/>
                  </a:lnTo>
                  <a:cubicBezTo>
                    <a:pt x="213360" y="181610"/>
                    <a:pt x="207010" y="186690"/>
                    <a:pt x="200660" y="186690"/>
                  </a:cubicBezTo>
                  <a:lnTo>
                    <a:pt x="163830" y="186690"/>
                  </a:lnTo>
                  <a:cubicBezTo>
                    <a:pt x="157480" y="186690"/>
                    <a:pt x="151130" y="181610"/>
                    <a:pt x="151130" y="173990"/>
                  </a:cubicBezTo>
                  <a:cubicBezTo>
                    <a:pt x="151130" y="166370"/>
                    <a:pt x="152400" y="167640"/>
                    <a:pt x="154940" y="165100"/>
                  </a:cubicBezTo>
                  <a:cubicBezTo>
                    <a:pt x="157480" y="162560"/>
                    <a:pt x="160020" y="161290"/>
                    <a:pt x="163830" y="161290"/>
                  </a:cubicBezTo>
                  <a:lnTo>
                    <a:pt x="194310" y="161290"/>
                  </a:lnTo>
                  <a:moveTo>
                    <a:pt x="194310" y="162560"/>
                  </a:moveTo>
                  <a:cubicBezTo>
                    <a:pt x="194310" y="156210"/>
                    <a:pt x="198120" y="151130"/>
                    <a:pt x="201930" y="147320"/>
                  </a:cubicBezTo>
                  <a:cubicBezTo>
                    <a:pt x="207010" y="142240"/>
                    <a:pt x="213360" y="139700"/>
                    <a:pt x="219710" y="139700"/>
                  </a:cubicBezTo>
                  <a:cubicBezTo>
                    <a:pt x="233680" y="139700"/>
                    <a:pt x="245110" y="151130"/>
                    <a:pt x="245110" y="165100"/>
                  </a:cubicBezTo>
                  <a:lnTo>
                    <a:pt x="245110" y="228600"/>
                  </a:lnTo>
                  <a:moveTo>
                    <a:pt x="194310" y="186690"/>
                  </a:moveTo>
                  <a:lnTo>
                    <a:pt x="194310" y="223520"/>
                  </a:lnTo>
                  <a:moveTo>
                    <a:pt x="52070" y="162560"/>
                  </a:moveTo>
                  <a:lnTo>
                    <a:pt x="82550" y="162560"/>
                  </a:lnTo>
                  <a:cubicBezTo>
                    <a:pt x="86360" y="162560"/>
                    <a:pt x="88900" y="163830"/>
                    <a:pt x="91440" y="166370"/>
                  </a:cubicBezTo>
                  <a:cubicBezTo>
                    <a:pt x="93980" y="168910"/>
                    <a:pt x="95250" y="171450"/>
                    <a:pt x="95250" y="175260"/>
                  </a:cubicBezTo>
                  <a:cubicBezTo>
                    <a:pt x="95250" y="181610"/>
                    <a:pt x="90170" y="187960"/>
                    <a:pt x="82550" y="187960"/>
                  </a:cubicBezTo>
                  <a:lnTo>
                    <a:pt x="45720" y="187960"/>
                  </a:lnTo>
                  <a:cubicBezTo>
                    <a:pt x="38100" y="187960"/>
                    <a:pt x="33020" y="181610"/>
                    <a:pt x="33020" y="175260"/>
                  </a:cubicBezTo>
                  <a:lnTo>
                    <a:pt x="33020" y="167640"/>
                  </a:lnTo>
                  <a:moveTo>
                    <a:pt x="0" y="228600"/>
                  </a:moveTo>
                  <a:lnTo>
                    <a:pt x="0" y="165100"/>
                  </a:lnTo>
                  <a:cubicBezTo>
                    <a:pt x="0" y="151130"/>
                    <a:pt x="11430" y="139700"/>
                    <a:pt x="25400" y="139700"/>
                  </a:cubicBezTo>
                  <a:cubicBezTo>
                    <a:pt x="39370" y="139700"/>
                    <a:pt x="39370" y="142240"/>
                    <a:pt x="43180" y="147320"/>
                  </a:cubicBezTo>
                  <a:cubicBezTo>
                    <a:pt x="46990" y="151130"/>
                    <a:pt x="49530" y="156210"/>
                    <a:pt x="50800" y="162560"/>
                  </a:cubicBezTo>
                  <a:moveTo>
                    <a:pt x="52070" y="223520"/>
                  </a:moveTo>
                  <a:lnTo>
                    <a:pt x="52070" y="186690"/>
                  </a:lnTo>
                  <a:moveTo>
                    <a:pt x="200660" y="57150"/>
                  </a:moveTo>
                  <a:lnTo>
                    <a:pt x="196850" y="86360"/>
                  </a:lnTo>
                  <a:lnTo>
                    <a:pt x="172720" y="57150"/>
                  </a:lnTo>
                  <a:lnTo>
                    <a:pt x="138430" y="57150"/>
                  </a:lnTo>
                  <a:lnTo>
                    <a:pt x="121920" y="81280"/>
                  </a:lnTo>
                  <a:lnTo>
                    <a:pt x="105410" y="57150"/>
                  </a:lnTo>
                  <a:lnTo>
                    <a:pt x="71120" y="57150"/>
                  </a:lnTo>
                  <a:lnTo>
                    <a:pt x="46990" y="86360"/>
                  </a:lnTo>
                  <a:lnTo>
                    <a:pt x="43180" y="57150"/>
                  </a:lnTo>
                  <a:lnTo>
                    <a:pt x="19050" y="57150"/>
                  </a:lnTo>
                  <a:cubicBezTo>
                    <a:pt x="11430" y="57150"/>
                    <a:pt x="5080" y="50800"/>
                    <a:pt x="5080" y="43180"/>
                  </a:cubicBezTo>
                  <a:lnTo>
                    <a:pt x="5080" y="13970"/>
                  </a:lnTo>
                  <a:cubicBezTo>
                    <a:pt x="5080" y="6350"/>
                    <a:pt x="11430" y="0"/>
                    <a:pt x="19050" y="0"/>
                  </a:cubicBezTo>
                  <a:lnTo>
                    <a:pt x="226060" y="0"/>
                  </a:lnTo>
                  <a:cubicBezTo>
                    <a:pt x="233680" y="0"/>
                    <a:pt x="240030" y="6350"/>
                    <a:pt x="240030" y="13970"/>
                  </a:cubicBezTo>
                  <a:lnTo>
                    <a:pt x="240030" y="43180"/>
                  </a:lnTo>
                  <a:cubicBezTo>
                    <a:pt x="240030" y="50800"/>
                    <a:pt x="233680" y="57150"/>
                    <a:pt x="226060" y="57150"/>
                  </a:cubicBezTo>
                  <a:lnTo>
                    <a:pt x="201930" y="5715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p18"/>
            <p:cNvSpPr/>
            <p:nvPr/>
          </p:nvSpPr>
          <p:spPr>
            <a:xfrm>
              <a:off x="9576803" y="6297469"/>
              <a:ext cx="195761" cy="279517"/>
            </a:xfrm>
            <a:custGeom>
              <a:rect b="b" l="l" r="r" t="t"/>
              <a:pathLst>
                <a:path extrusionOk="0" h="250978" w="176489">
                  <a:moveTo>
                    <a:pt x="99755" y="169939"/>
                  </a:moveTo>
                  <a:lnTo>
                    <a:pt x="122776" y="169939"/>
                  </a:lnTo>
                  <a:moveTo>
                    <a:pt x="99755" y="153750"/>
                  </a:moveTo>
                  <a:lnTo>
                    <a:pt x="138123" y="153750"/>
                  </a:lnTo>
                  <a:moveTo>
                    <a:pt x="99755" y="137561"/>
                  </a:moveTo>
                  <a:lnTo>
                    <a:pt x="138123" y="137561"/>
                  </a:lnTo>
                  <a:moveTo>
                    <a:pt x="99755" y="105183"/>
                  </a:moveTo>
                  <a:lnTo>
                    <a:pt x="122776" y="105183"/>
                  </a:lnTo>
                  <a:moveTo>
                    <a:pt x="99755" y="88994"/>
                  </a:moveTo>
                  <a:lnTo>
                    <a:pt x="138123" y="88994"/>
                  </a:lnTo>
                  <a:moveTo>
                    <a:pt x="99755" y="72804"/>
                  </a:moveTo>
                  <a:lnTo>
                    <a:pt x="138123" y="72804"/>
                  </a:lnTo>
                  <a:moveTo>
                    <a:pt x="53714" y="153750"/>
                  </a:moveTo>
                  <a:lnTo>
                    <a:pt x="61388" y="161892"/>
                  </a:lnTo>
                  <a:lnTo>
                    <a:pt x="84408" y="137561"/>
                  </a:lnTo>
                  <a:moveTo>
                    <a:pt x="76735" y="161798"/>
                  </a:moveTo>
                  <a:lnTo>
                    <a:pt x="76735" y="177987"/>
                  </a:lnTo>
                  <a:lnTo>
                    <a:pt x="38367" y="177987"/>
                  </a:lnTo>
                  <a:lnTo>
                    <a:pt x="38367" y="137467"/>
                  </a:lnTo>
                  <a:lnTo>
                    <a:pt x="69061" y="137467"/>
                  </a:lnTo>
                  <a:moveTo>
                    <a:pt x="53714" y="88994"/>
                  </a:moveTo>
                  <a:lnTo>
                    <a:pt x="61388" y="97135"/>
                  </a:lnTo>
                  <a:lnTo>
                    <a:pt x="84408" y="72898"/>
                  </a:lnTo>
                  <a:moveTo>
                    <a:pt x="76735" y="97041"/>
                  </a:moveTo>
                  <a:lnTo>
                    <a:pt x="76735" y="113231"/>
                  </a:lnTo>
                  <a:lnTo>
                    <a:pt x="38367" y="113231"/>
                  </a:lnTo>
                  <a:lnTo>
                    <a:pt x="38367" y="72711"/>
                  </a:lnTo>
                  <a:lnTo>
                    <a:pt x="69061" y="72711"/>
                  </a:lnTo>
                  <a:moveTo>
                    <a:pt x="130449" y="24237"/>
                  </a:moveTo>
                  <a:lnTo>
                    <a:pt x="107429" y="24237"/>
                  </a:lnTo>
                  <a:lnTo>
                    <a:pt x="107429" y="20213"/>
                  </a:lnTo>
                  <a:cubicBezTo>
                    <a:pt x="107429" y="9077"/>
                    <a:pt x="98819" y="0"/>
                    <a:pt x="88245" y="0"/>
                  </a:cubicBezTo>
                  <a:cubicBezTo>
                    <a:pt x="77671" y="0"/>
                    <a:pt x="69061" y="9077"/>
                    <a:pt x="69061" y="20213"/>
                  </a:cubicBezTo>
                  <a:lnTo>
                    <a:pt x="69061" y="24237"/>
                  </a:lnTo>
                  <a:lnTo>
                    <a:pt x="46041" y="24237"/>
                  </a:lnTo>
                  <a:lnTo>
                    <a:pt x="46041" y="48474"/>
                  </a:lnTo>
                  <a:lnTo>
                    <a:pt x="130543" y="48474"/>
                  </a:lnTo>
                  <a:lnTo>
                    <a:pt x="130543" y="24237"/>
                  </a:lnTo>
                  <a:close/>
                  <a:moveTo>
                    <a:pt x="130449" y="32285"/>
                  </a:moveTo>
                  <a:lnTo>
                    <a:pt x="161143" y="32285"/>
                  </a:lnTo>
                  <a:lnTo>
                    <a:pt x="161143" y="234696"/>
                  </a:lnTo>
                  <a:lnTo>
                    <a:pt x="15253" y="234696"/>
                  </a:lnTo>
                  <a:lnTo>
                    <a:pt x="15253" y="32285"/>
                  </a:lnTo>
                  <a:lnTo>
                    <a:pt x="45947" y="32285"/>
                  </a:lnTo>
                  <a:moveTo>
                    <a:pt x="103592" y="8048"/>
                  </a:moveTo>
                  <a:lnTo>
                    <a:pt x="168816" y="8048"/>
                  </a:lnTo>
                  <a:cubicBezTo>
                    <a:pt x="173027" y="8048"/>
                    <a:pt x="176490" y="11697"/>
                    <a:pt x="176490" y="16189"/>
                  </a:cubicBezTo>
                  <a:lnTo>
                    <a:pt x="176490" y="242837"/>
                  </a:lnTo>
                  <a:cubicBezTo>
                    <a:pt x="176490" y="247329"/>
                    <a:pt x="173027" y="250979"/>
                    <a:pt x="168816" y="250979"/>
                  </a:cubicBezTo>
                  <a:lnTo>
                    <a:pt x="7673" y="250979"/>
                  </a:lnTo>
                  <a:cubicBezTo>
                    <a:pt x="3462" y="250979"/>
                    <a:pt x="0" y="247329"/>
                    <a:pt x="0" y="242837"/>
                  </a:cubicBezTo>
                  <a:lnTo>
                    <a:pt x="0" y="16096"/>
                  </a:lnTo>
                  <a:cubicBezTo>
                    <a:pt x="0" y="11604"/>
                    <a:pt x="3462" y="7954"/>
                    <a:pt x="7673" y="7954"/>
                  </a:cubicBezTo>
                  <a:lnTo>
                    <a:pt x="72898" y="7954"/>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 name="Google Shape;54;p18"/>
            <p:cNvSpPr/>
            <p:nvPr/>
          </p:nvSpPr>
          <p:spPr>
            <a:xfrm>
              <a:off x="5672907" y="6294922"/>
              <a:ext cx="273472" cy="279422"/>
            </a:xfrm>
            <a:custGeom>
              <a:rect b="b" l="l" r="r" t="t"/>
              <a:pathLst>
                <a:path extrusionOk="0" h="251914" w="246549">
                  <a:moveTo>
                    <a:pt x="93111" y="172747"/>
                  </a:moveTo>
                  <a:cubicBezTo>
                    <a:pt x="93111" y="164793"/>
                    <a:pt x="99474" y="158803"/>
                    <a:pt x="106774" y="158803"/>
                  </a:cubicBezTo>
                  <a:cubicBezTo>
                    <a:pt x="114073" y="158803"/>
                    <a:pt x="120436" y="165822"/>
                    <a:pt x="120436" y="172747"/>
                  </a:cubicBezTo>
                  <a:lnTo>
                    <a:pt x="120436" y="177706"/>
                  </a:lnTo>
                  <a:cubicBezTo>
                    <a:pt x="120436" y="185661"/>
                    <a:pt x="114073" y="191650"/>
                    <a:pt x="106774" y="191650"/>
                  </a:cubicBezTo>
                  <a:cubicBezTo>
                    <a:pt x="99474" y="191650"/>
                    <a:pt x="93111" y="184631"/>
                    <a:pt x="93111" y="177706"/>
                  </a:cubicBezTo>
                  <a:lnTo>
                    <a:pt x="93111" y="172747"/>
                  </a:lnTo>
                  <a:close/>
                  <a:moveTo>
                    <a:pt x="142427" y="251915"/>
                  </a:moveTo>
                  <a:lnTo>
                    <a:pt x="142427" y="235445"/>
                  </a:lnTo>
                  <a:cubicBezTo>
                    <a:pt x="142427" y="223373"/>
                    <a:pt x="134005" y="216822"/>
                    <a:pt x="122308" y="216822"/>
                  </a:cubicBezTo>
                  <a:lnTo>
                    <a:pt x="93766" y="216822"/>
                  </a:lnTo>
                  <a:cubicBezTo>
                    <a:pt x="93766" y="216822"/>
                    <a:pt x="86373" y="213547"/>
                    <a:pt x="75799" y="205874"/>
                  </a:cubicBezTo>
                  <a:cubicBezTo>
                    <a:pt x="65225" y="198200"/>
                    <a:pt x="44076" y="175180"/>
                    <a:pt x="44076" y="175180"/>
                  </a:cubicBezTo>
                  <a:cubicBezTo>
                    <a:pt x="35654" y="183976"/>
                    <a:pt x="36683" y="191650"/>
                    <a:pt x="46228" y="203628"/>
                  </a:cubicBezTo>
                  <a:lnTo>
                    <a:pt x="72711" y="236474"/>
                  </a:lnTo>
                  <a:lnTo>
                    <a:pt x="72711" y="251821"/>
                  </a:lnTo>
                  <a:moveTo>
                    <a:pt x="153376" y="177706"/>
                  </a:moveTo>
                  <a:cubicBezTo>
                    <a:pt x="153376" y="184725"/>
                    <a:pt x="159739" y="191650"/>
                    <a:pt x="167038" y="191650"/>
                  </a:cubicBezTo>
                  <a:cubicBezTo>
                    <a:pt x="174338" y="191650"/>
                    <a:pt x="180701" y="185661"/>
                    <a:pt x="180701" y="177706"/>
                  </a:cubicBezTo>
                  <a:lnTo>
                    <a:pt x="180701" y="172747"/>
                  </a:lnTo>
                  <a:cubicBezTo>
                    <a:pt x="180701" y="165728"/>
                    <a:pt x="174338" y="158803"/>
                    <a:pt x="167038" y="158803"/>
                  </a:cubicBezTo>
                  <a:cubicBezTo>
                    <a:pt x="159739" y="158803"/>
                    <a:pt x="153376" y="164793"/>
                    <a:pt x="153376" y="172747"/>
                  </a:cubicBezTo>
                  <a:lnTo>
                    <a:pt x="153376" y="177706"/>
                  </a:lnTo>
                  <a:close/>
                  <a:moveTo>
                    <a:pt x="204751" y="251915"/>
                  </a:moveTo>
                  <a:lnTo>
                    <a:pt x="204751" y="234228"/>
                  </a:lnTo>
                  <a:cubicBezTo>
                    <a:pt x="204751" y="222063"/>
                    <a:pt x="195112" y="214389"/>
                    <a:pt x="183321" y="214389"/>
                  </a:cubicBezTo>
                  <a:lnTo>
                    <a:pt x="160862" y="214389"/>
                  </a:lnTo>
                  <a:moveTo>
                    <a:pt x="201569" y="199042"/>
                  </a:moveTo>
                  <a:lnTo>
                    <a:pt x="201569" y="163763"/>
                  </a:lnTo>
                  <a:lnTo>
                    <a:pt x="237971" y="118565"/>
                  </a:lnTo>
                  <a:cubicBezTo>
                    <a:pt x="247610" y="105370"/>
                    <a:pt x="249762" y="96480"/>
                    <a:pt x="241153" y="87683"/>
                  </a:cubicBezTo>
                  <a:lnTo>
                    <a:pt x="195112" y="132882"/>
                  </a:lnTo>
                  <a:lnTo>
                    <a:pt x="160862" y="132882"/>
                  </a:lnTo>
                  <a:lnTo>
                    <a:pt x="114821" y="87683"/>
                  </a:lnTo>
                  <a:cubicBezTo>
                    <a:pt x="106306" y="96480"/>
                    <a:pt x="108364" y="105370"/>
                    <a:pt x="118003" y="118565"/>
                  </a:cubicBezTo>
                  <a:lnTo>
                    <a:pt x="145796" y="152721"/>
                  </a:lnTo>
                  <a:moveTo>
                    <a:pt x="191743" y="87403"/>
                  </a:moveTo>
                  <a:cubicBezTo>
                    <a:pt x="191743" y="78138"/>
                    <a:pt x="185380" y="71120"/>
                    <a:pt x="178081" y="71120"/>
                  </a:cubicBezTo>
                  <a:cubicBezTo>
                    <a:pt x="170782" y="71120"/>
                    <a:pt x="164418" y="79261"/>
                    <a:pt x="164418" y="87403"/>
                  </a:cubicBezTo>
                  <a:lnTo>
                    <a:pt x="164418" y="93205"/>
                  </a:lnTo>
                  <a:cubicBezTo>
                    <a:pt x="164418" y="102469"/>
                    <a:pt x="170782" y="109487"/>
                    <a:pt x="178081" y="109487"/>
                  </a:cubicBezTo>
                  <a:cubicBezTo>
                    <a:pt x="185380" y="109487"/>
                    <a:pt x="191743" y="101346"/>
                    <a:pt x="191743" y="93205"/>
                  </a:cubicBezTo>
                  <a:lnTo>
                    <a:pt x="191743" y="87403"/>
                  </a:lnTo>
                  <a:close/>
                  <a:moveTo>
                    <a:pt x="68874" y="93111"/>
                  </a:moveTo>
                  <a:lnTo>
                    <a:pt x="0" y="97416"/>
                  </a:lnTo>
                  <a:lnTo>
                    <a:pt x="2339" y="141679"/>
                  </a:lnTo>
                  <a:lnTo>
                    <a:pt x="71214" y="137374"/>
                  </a:lnTo>
                  <a:lnTo>
                    <a:pt x="68874" y="93111"/>
                  </a:lnTo>
                  <a:close/>
                  <a:moveTo>
                    <a:pt x="37338" y="140556"/>
                  </a:moveTo>
                  <a:lnTo>
                    <a:pt x="37338" y="164325"/>
                  </a:lnTo>
                  <a:moveTo>
                    <a:pt x="38367" y="82162"/>
                  </a:moveTo>
                  <a:lnTo>
                    <a:pt x="38367" y="87683"/>
                  </a:lnTo>
                  <a:moveTo>
                    <a:pt x="158897" y="19277"/>
                  </a:moveTo>
                  <a:lnTo>
                    <a:pt x="92456" y="5428"/>
                  </a:lnTo>
                  <a:lnTo>
                    <a:pt x="82162" y="49035"/>
                  </a:lnTo>
                  <a:lnTo>
                    <a:pt x="148603" y="62885"/>
                  </a:lnTo>
                  <a:lnTo>
                    <a:pt x="158897" y="19277"/>
                  </a:lnTo>
                  <a:close/>
                  <a:moveTo>
                    <a:pt x="115383" y="56428"/>
                  </a:moveTo>
                  <a:lnTo>
                    <a:pt x="110797" y="76641"/>
                  </a:lnTo>
                  <a:moveTo>
                    <a:pt x="131478" y="0"/>
                  </a:moveTo>
                  <a:lnTo>
                    <a:pt x="125957" y="552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p18"/>
            <p:cNvSpPr/>
            <p:nvPr/>
          </p:nvSpPr>
          <p:spPr>
            <a:xfrm>
              <a:off x="10219972" y="6284127"/>
              <a:ext cx="165245" cy="301011"/>
            </a:xfrm>
            <a:custGeom>
              <a:rect b="b" l="l" r="r" t="t"/>
              <a:pathLst>
                <a:path extrusionOk="0" h="271378" w="148977">
                  <a:moveTo>
                    <a:pt x="90023" y="271379"/>
                  </a:moveTo>
                  <a:cubicBezTo>
                    <a:pt x="77203" y="271379"/>
                    <a:pt x="65505" y="266139"/>
                    <a:pt x="58019" y="253973"/>
                  </a:cubicBezTo>
                  <a:cubicBezTo>
                    <a:pt x="55586" y="250511"/>
                    <a:pt x="53153" y="245458"/>
                    <a:pt x="50907" y="239469"/>
                  </a:cubicBezTo>
                  <a:cubicBezTo>
                    <a:pt x="49597" y="236006"/>
                    <a:pt x="45947" y="221876"/>
                    <a:pt x="44263" y="214483"/>
                  </a:cubicBezTo>
                  <a:cubicBezTo>
                    <a:pt x="42204" y="205406"/>
                    <a:pt x="37151" y="193521"/>
                    <a:pt x="44169" y="191930"/>
                  </a:cubicBezTo>
                  <a:cubicBezTo>
                    <a:pt x="48848" y="190901"/>
                    <a:pt x="54650" y="195861"/>
                    <a:pt x="57551" y="204002"/>
                  </a:cubicBezTo>
                  <a:cubicBezTo>
                    <a:pt x="58393" y="206342"/>
                    <a:pt x="59423" y="209523"/>
                    <a:pt x="60639" y="213173"/>
                  </a:cubicBezTo>
                  <a:lnTo>
                    <a:pt x="60639" y="155341"/>
                  </a:lnTo>
                  <a:cubicBezTo>
                    <a:pt x="60639" y="149539"/>
                    <a:pt x="64289" y="144767"/>
                    <a:pt x="68874" y="144767"/>
                  </a:cubicBezTo>
                  <a:cubicBezTo>
                    <a:pt x="73459" y="144767"/>
                    <a:pt x="77203" y="149446"/>
                    <a:pt x="77203" y="155247"/>
                  </a:cubicBezTo>
                  <a:lnTo>
                    <a:pt x="77203" y="188281"/>
                  </a:lnTo>
                  <a:cubicBezTo>
                    <a:pt x="78606" y="184538"/>
                    <a:pt x="81788" y="182198"/>
                    <a:pt x="85625" y="182198"/>
                  </a:cubicBezTo>
                  <a:cubicBezTo>
                    <a:pt x="90023" y="182198"/>
                    <a:pt x="93673" y="185380"/>
                    <a:pt x="94515" y="190059"/>
                  </a:cubicBezTo>
                  <a:cubicBezTo>
                    <a:pt x="96199" y="187626"/>
                    <a:pt x="98726" y="186035"/>
                    <a:pt x="101627" y="186035"/>
                  </a:cubicBezTo>
                  <a:cubicBezTo>
                    <a:pt x="106306" y="186035"/>
                    <a:pt x="110049" y="189685"/>
                    <a:pt x="110423" y="195019"/>
                  </a:cubicBezTo>
                  <a:cubicBezTo>
                    <a:pt x="111827" y="193241"/>
                    <a:pt x="113605" y="192118"/>
                    <a:pt x="116131" y="192211"/>
                  </a:cubicBezTo>
                  <a:cubicBezTo>
                    <a:pt x="119126" y="192211"/>
                    <a:pt x="122776" y="194363"/>
                    <a:pt x="123524" y="198013"/>
                  </a:cubicBezTo>
                  <a:cubicBezTo>
                    <a:pt x="123711" y="199136"/>
                    <a:pt x="123899" y="199885"/>
                    <a:pt x="123992" y="200633"/>
                  </a:cubicBezTo>
                  <a:cubicBezTo>
                    <a:pt x="125021" y="209710"/>
                    <a:pt x="125302" y="231701"/>
                    <a:pt x="125302" y="231701"/>
                  </a:cubicBezTo>
                  <a:cubicBezTo>
                    <a:pt x="125302" y="231982"/>
                    <a:pt x="125302" y="232169"/>
                    <a:pt x="125302" y="232357"/>
                  </a:cubicBezTo>
                  <a:lnTo>
                    <a:pt x="125302" y="232357"/>
                  </a:lnTo>
                  <a:cubicBezTo>
                    <a:pt x="125302" y="261647"/>
                    <a:pt x="105557" y="271379"/>
                    <a:pt x="90023" y="271379"/>
                  </a:cubicBezTo>
                  <a:close/>
                  <a:moveTo>
                    <a:pt x="93298" y="146919"/>
                  </a:moveTo>
                  <a:cubicBezTo>
                    <a:pt x="125302" y="138590"/>
                    <a:pt x="148978" y="109394"/>
                    <a:pt x="148978" y="74676"/>
                  </a:cubicBezTo>
                  <a:cubicBezTo>
                    <a:pt x="148978" y="33408"/>
                    <a:pt x="115664" y="0"/>
                    <a:pt x="74489" y="0"/>
                  </a:cubicBezTo>
                  <a:cubicBezTo>
                    <a:pt x="33314" y="0"/>
                    <a:pt x="0" y="33408"/>
                    <a:pt x="0" y="74676"/>
                  </a:cubicBezTo>
                  <a:cubicBezTo>
                    <a:pt x="0" y="106025"/>
                    <a:pt x="19277" y="132789"/>
                    <a:pt x="46509" y="143924"/>
                  </a:cubicBezTo>
                  <a:moveTo>
                    <a:pt x="76735" y="31443"/>
                  </a:moveTo>
                  <a:lnTo>
                    <a:pt x="76735" y="45199"/>
                  </a:lnTo>
                  <a:cubicBezTo>
                    <a:pt x="91988" y="46322"/>
                    <a:pt x="104060" y="59142"/>
                    <a:pt x="104060" y="74770"/>
                  </a:cubicBezTo>
                  <a:cubicBezTo>
                    <a:pt x="104060" y="90397"/>
                    <a:pt x="90772" y="104434"/>
                    <a:pt x="74489" y="104434"/>
                  </a:cubicBezTo>
                  <a:cubicBezTo>
                    <a:pt x="58206" y="104434"/>
                    <a:pt x="44918" y="91146"/>
                    <a:pt x="44918" y="74770"/>
                  </a:cubicBezTo>
                  <a:cubicBezTo>
                    <a:pt x="44918" y="68874"/>
                    <a:pt x="46696" y="63447"/>
                    <a:pt x="49597" y="58861"/>
                  </a:cubicBezTo>
                  <a:lnTo>
                    <a:pt x="58580" y="67845"/>
                  </a:lnTo>
                  <a:lnTo>
                    <a:pt x="58580" y="49690"/>
                  </a:lnTo>
                  <a:cubicBezTo>
                    <a:pt x="58580" y="49690"/>
                    <a:pt x="58580" y="49690"/>
                    <a:pt x="58580" y="49690"/>
                  </a:cubicBezTo>
                  <a:lnTo>
                    <a:pt x="58580" y="49690"/>
                  </a:lnTo>
                  <a:lnTo>
                    <a:pt x="58580" y="40426"/>
                  </a:lnTo>
                  <a:lnTo>
                    <a:pt x="31255" y="40426"/>
                  </a:lnTo>
                  <a:lnTo>
                    <a:pt x="39771" y="48942"/>
                  </a:lnTo>
                  <a:cubicBezTo>
                    <a:pt x="34437" y="56147"/>
                    <a:pt x="31255" y="65037"/>
                    <a:pt x="31255" y="74676"/>
                  </a:cubicBezTo>
                  <a:cubicBezTo>
                    <a:pt x="31255" y="98632"/>
                    <a:pt x="50626" y="118097"/>
                    <a:pt x="74489" y="118097"/>
                  </a:cubicBezTo>
                  <a:cubicBezTo>
                    <a:pt x="98351" y="118097"/>
                    <a:pt x="117722" y="98632"/>
                    <a:pt x="117722" y="74676"/>
                  </a:cubicBezTo>
                  <a:cubicBezTo>
                    <a:pt x="117722" y="50720"/>
                    <a:pt x="99568" y="32565"/>
                    <a:pt x="76828" y="31349"/>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 name="Google Shape;56;p18"/>
            <p:cNvSpPr/>
            <p:nvPr/>
          </p:nvSpPr>
          <p:spPr>
            <a:xfrm>
              <a:off x="10801028" y="6303790"/>
              <a:ext cx="276185" cy="253127"/>
            </a:xfrm>
            <a:custGeom>
              <a:rect b="b" l="l" r="r" t="t"/>
              <a:pathLst>
                <a:path extrusionOk="0" h="235884" w="248995">
                  <a:moveTo>
                    <a:pt x="155323" y="27939"/>
                  </a:moveTo>
                  <a:cubicBezTo>
                    <a:pt x="189573" y="63967"/>
                    <a:pt x="188170" y="120863"/>
                    <a:pt x="152048" y="155019"/>
                  </a:cubicBezTo>
                  <a:cubicBezTo>
                    <a:pt x="116020" y="189269"/>
                    <a:pt x="59031" y="187772"/>
                    <a:pt x="24781" y="151838"/>
                  </a:cubicBezTo>
                  <a:cubicBezTo>
                    <a:pt x="-9469" y="115810"/>
                    <a:pt x="-8065" y="58914"/>
                    <a:pt x="28056" y="24757"/>
                  </a:cubicBezTo>
                  <a:cubicBezTo>
                    <a:pt x="64084" y="-9492"/>
                    <a:pt x="121074" y="-7995"/>
                    <a:pt x="155323" y="27939"/>
                  </a:cubicBezTo>
                  <a:close/>
                  <a:moveTo>
                    <a:pt x="229999" y="219121"/>
                  </a:moveTo>
                  <a:lnTo>
                    <a:pt x="214091" y="234187"/>
                  </a:lnTo>
                  <a:cubicBezTo>
                    <a:pt x="211564" y="236527"/>
                    <a:pt x="207634" y="236433"/>
                    <a:pt x="205295" y="234000"/>
                  </a:cubicBezTo>
                  <a:lnTo>
                    <a:pt x="163090" y="189644"/>
                  </a:lnTo>
                  <a:cubicBezTo>
                    <a:pt x="160751" y="187117"/>
                    <a:pt x="160845" y="183187"/>
                    <a:pt x="163278" y="180847"/>
                  </a:cubicBezTo>
                  <a:lnTo>
                    <a:pt x="179186" y="165781"/>
                  </a:lnTo>
                  <a:cubicBezTo>
                    <a:pt x="181713" y="163441"/>
                    <a:pt x="185643" y="163535"/>
                    <a:pt x="187982" y="165968"/>
                  </a:cubicBezTo>
                  <a:lnTo>
                    <a:pt x="230187" y="210418"/>
                  </a:lnTo>
                  <a:cubicBezTo>
                    <a:pt x="232526" y="212945"/>
                    <a:pt x="232432" y="216875"/>
                    <a:pt x="229999" y="219215"/>
                  </a:cubicBezTo>
                  <a:close/>
                  <a:moveTo>
                    <a:pt x="179092" y="166249"/>
                  </a:moveTo>
                  <a:lnTo>
                    <a:pt x="164494" y="180099"/>
                  </a:lnTo>
                  <a:lnTo>
                    <a:pt x="146433" y="161570"/>
                  </a:lnTo>
                  <a:lnTo>
                    <a:pt x="161032" y="147720"/>
                  </a:lnTo>
                  <a:lnTo>
                    <a:pt x="179092" y="166249"/>
                  </a:lnTo>
                  <a:close/>
                  <a:moveTo>
                    <a:pt x="128092" y="130782"/>
                  </a:moveTo>
                  <a:lnTo>
                    <a:pt x="37227" y="130782"/>
                  </a:lnTo>
                  <a:cubicBezTo>
                    <a:pt x="37227" y="105703"/>
                    <a:pt x="57533" y="85397"/>
                    <a:pt x="82613" y="85397"/>
                  </a:cubicBezTo>
                  <a:cubicBezTo>
                    <a:pt x="107692" y="85397"/>
                    <a:pt x="128092" y="105703"/>
                    <a:pt x="128092" y="130782"/>
                  </a:cubicBezTo>
                  <a:close/>
                  <a:moveTo>
                    <a:pt x="106101" y="60973"/>
                  </a:moveTo>
                  <a:cubicBezTo>
                    <a:pt x="106101" y="73886"/>
                    <a:pt x="95620" y="84367"/>
                    <a:pt x="82613" y="84367"/>
                  </a:cubicBezTo>
                  <a:cubicBezTo>
                    <a:pt x="69605" y="84367"/>
                    <a:pt x="59124" y="73886"/>
                    <a:pt x="59124" y="60973"/>
                  </a:cubicBezTo>
                  <a:cubicBezTo>
                    <a:pt x="59124" y="48059"/>
                    <a:pt x="69605" y="37578"/>
                    <a:pt x="82613" y="37578"/>
                  </a:cubicBezTo>
                  <a:cubicBezTo>
                    <a:pt x="95620" y="37578"/>
                    <a:pt x="106101" y="48059"/>
                    <a:pt x="106101" y="60973"/>
                  </a:cubicBezTo>
                  <a:close/>
                  <a:moveTo>
                    <a:pt x="151300" y="130782"/>
                  </a:moveTo>
                  <a:lnTo>
                    <a:pt x="130057" y="130782"/>
                  </a:lnTo>
                  <a:cubicBezTo>
                    <a:pt x="130057" y="114874"/>
                    <a:pt x="142971" y="101960"/>
                    <a:pt x="158879" y="101960"/>
                  </a:cubicBezTo>
                  <a:moveTo>
                    <a:pt x="158973" y="101399"/>
                  </a:moveTo>
                  <a:cubicBezTo>
                    <a:pt x="150738" y="101399"/>
                    <a:pt x="144094" y="94755"/>
                    <a:pt x="144094" y="86520"/>
                  </a:cubicBezTo>
                  <a:cubicBezTo>
                    <a:pt x="144094" y="78285"/>
                    <a:pt x="150738" y="71641"/>
                    <a:pt x="158973" y="71641"/>
                  </a:cubicBezTo>
                  <a:moveTo>
                    <a:pt x="248996" y="130782"/>
                  </a:moveTo>
                  <a:lnTo>
                    <a:pt x="196872" y="130782"/>
                  </a:lnTo>
                  <a:cubicBezTo>
                    <a:pt x="196872" y="116371"/>
                    <a:pt x="208570" y="104767"/>
                    <a:pt x="222887" y="104767"/>
                  </a:cubicBezTo>
                  <a:cubicBezTo>
                    <a:pt x="237205" y="104767"/>
                    <a:pt x="248902" y="116371"/>
                    <a:pt x="248902" y="130782"/>
                  </a:cubicBezTo>
                  <a:close/>
                  <a:moveTo>
                    <a:pt x="236456" y="90824"/>
                  </a:moveTo>
                  <a:cubicBezTo>
                    <a:pt x="236456" y="98217"/>
                    <a:pt x="230467" y="104206"/>
                    <a:pt x="222981" y="104206"/>
                  </a:cubicBezTo>
                  <a:cubicBezTo>
                    <a:pt x="215495" y="104206"/>
                    <a:pt x="209506" y="98217"/>
                    <a:pt x="209506" y="90824"/>
                  </a:cubicBezTo>
                  <a:cubicBezTo>
                    <a:pt x="209506" y="83431"/>
                    <a:pt x="215495" y="77442"/>
                    <a:pt x="222981" y="77442"/>
                  </a:cubicBezTo>
                  <a:cubicBezTo>
                    <a:pt x="230467" y="77442"/>
                    <a:pt x="236456" y="83431"/>
                    <a:pt x="236456" y="90824"/>
                  </a:cubicBezTo>
                  <a:close/>
                  <a:moveTo>
                    <a:pt x="187889" y="112067"/>
                  </a:moveTo>
                  <a:cubicBezTo>
                    <a:pt x="192194" y="117120"/>
                    <a:pt x="194814" y="123670"/>
                    <a:pt x="194814" y="130782"/>
                  </a:cubicBezTo>
                  <a:lnTo>
                    <a:pt x="183397" y="13078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p18"/>
            <p:cNvSpPr/>
            <p:nvPr/>
          </p:nvSpPr>
          <p:spPr>
            <a:xfrm>
              <a:off x="3610264"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 name="Google Shape;58;p18"/>
            <p:cNvSpPr/>
            <p:nvPr/>
          </p:nvSpPr>
          <p:spPr>
            <a:xfrm>
              <a:off x="2965784"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p18"/>
            <p:cNvSpPr/>
            <p:nvPr/>
          </p:nvSpPr>
          <p:spPr>
            <a:xfrm>
              <a:off x="2321305"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 name="Google Shape;60;p18"/>
            <p:cNvSpPr/>
            <p:nvPr/>
          </p:nvSpPr>
          <p:spPr>
            <a:xfrm>
              <a:off x="1676826"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18"/>
            <p:cNvSpPr/>
            <p:nvPr/>
          </p:nvSpPr>
          <p:spPr>
            <a:xfrm>
              <a:off x="1032346"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18"/>
            <p:cNvSpPr/>
            <p:nvPr/>
          </p:nvSpPr>
          <p:spPr>
            <a:xfrm>
              <a:off x="387867" y="6176988"/>
              <a:ext cx="535625" cy="5285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63" name="Google Shape;63;p18"/>
            <p:cNvPicPr preferRelativeResize="0"/>
            <p:nvPr/>
          </p:nvPicPr>
          <p:blipFill rotWithShape="1">
            <a:blip r:embed="rId2">
              <a:alphaModFix/>
            </a:blip>
            <a:srcRect b="0" l="0" r="0" t="0"/>
            <a:stretch/>
          </p:blipFill>
          <p:spPr>
            <a:xfrm>
              <a:off x="460455" y="6232655"/>
              <a:ext cx="394431" cy="394429"/>
            </a:xfrm>
            <a:prstGeom prst="rect">
              <a:avLst/>
            </a:prstGeom>
            <a:noFill/>
            <a:ln>
              <a:noFill/>
            </a:ln>
          </p:spPr>
        </p:pic>
        <p:pic>
          <p:nvPicPr>
            <p:cNvPr id="64" name="Google Shape;64;p18"/>
            <p:cNvPicPr preferRelativeResize="0"/>
            <p:nvPr/>
          </p:nvPicPr>
          <p:blipFill rotWithShape="1">
            <a:blip r:embed="rId3">
              <a:alphaModFix/>
            </a:blip>
            <a:srcRect b="0" l="0" r="0" t="0"/>
            <a:stretch/>
          </p:blipFill>
          <p:spPr>
            <a:xfrm>
              <a:off x="1106467" y="6232655"/>
              <a:ext cx="394431" cy="394429"/>
            </a:xfrm>
            <a:prstGeom prst="rect">
              <a:avLst/>
            </a:prstGeom>
            <a:noFill/>
            <a:ln>
              <a:noFill/>
            </a:ln>
          </p:spPr>
        </p:pic>
        <p:pic>
          <p:nvPicPr>
            <p:cNvPr id="65" name="Google Shape;65;p18"/>
            <p:cNvPicPr preferRelativeResize="0"/>
            <p:nvPr/>
          </p:nvPicPr>
          <p:blipFill rotWithShape="1">
            <a:blip r:embed="rId4">
              <a:alphaModFix/>
            </a:blip>
            <a:srcRect b="0" l="0" r="0" t="0"/>
            <a:stretch/>
          </p:blipFill>
          <p:spPr>
            <a:xfrm>
              <a:off x="1737128" y="6232655"/>
              <a:ext cx="394431" cy="394429"/>
            </a:xfrm>
            <a:prstGeom prst="rect">
              <a:avLst/>
            </a:prstGeom>
            <a:noFill/>
            <a:ln>
              <a:noFill/>
            </a:ln>
          </p:spPr>
        </p:pic>
        <p:pic>
          <p:nvPicPr>
            <p:cNvPr id="66" name="Google Shape;66;p18"/>
            <p:cNvPicPr preferRelativeResize="0"/>
            <p:nvPr/>
          </p:nvPicPr>
          <p:blipFill rotWithShape="1">
            <a:blip r:embed="rId5">
              <a:alphaModFix/>
            </a:blip>
            <a:srcRect b="0" l="0" r="0" t="0"/>
            <a:stretch/>
          </p:blipFill>
          <p:spPr>
            <a:xfrm>
              <a:off x="2399819" y="6232655"/>
              <a:ext cx="394431" cy="394429"/>
            </a:xfrm>
            <a:prstGeom prst="rect">
              <a:avLst/>
            </a:prstGeom>
            <a:noFill/>
            <a:ln>
              <a:noFill/>
            </a:ln>
          </p:spPr>
        </p:pic>
        <p:pic>
          <p:nvPicPr>
            <p:cNvPr id="67" name="Google Shape;67;p18"/>
            <p:cNvPicPr preferRelativeResize="0"/>
            <p:nvPr/>
          </p:nvPicPr>
          <p:blipFill rotWithShape="1">
            <a:blip r:embed="rId6">
              <a:alphaModFix/>
            </a:blip>
            <a:srcRect b="0" l="0" r="0" t="0"/>
            <a:stretch/>
          </p:blipFill>
          <p:spPr>
            <a:xfrm>
              <a:off x="3044310" y="6232655"/>
              <a:ext cx="394431" cy="394429"/>
            </a:xfrm>
            <a:prstGeom prst="rect">
              <a:avLst/>
            </a:prstGeom>
            <a:noFill/>
            <a:ln>
              <a:noFill/>
            </a:ln>
          </p:spPr>
        </p:pic>
        <p:pic>
          <p:nvPicPr>
            <p:cNvPr id="68" name="Google Shape;68;p18"/>
            <p:cNvPicPr preferRelativeResize="0"/>
            <p:nvPr/>
          </p:nvPicPr>
          <p:blipFill rotWithShape="1">
            <a:blip r:embed="rId7">
              <a:alphaModFix/>
            </a:blip>
            <a:srcRect b="0" l="0" r="0" t="0"/>
            <a:stretch/>
          </p:blipFill>
          <p:spPr>
            <a:xfrm>
              <a:off x="3677231" y="6232655"/>
              <a:ext cx="394431" cy="394429"/>
            </a:xfrm>
            <a:prstGeom prst="rect">
              <a:avLst/>
            </a:prstGeom>
            <a:noFill/>
            <a:ln>
              <a:noFill/>
            </a:ln>
          </p:spPr>
        </p:pic>
        <p:pic>
          <p:nvPicPr>
            <p:cNvPr id="69" name="Google Shape;69;p18"/>
            <p:cNvPicPr preferRelativeResize="0"/>
            <p:nvPr/>
          </p:nvPicPr>
          <p:blipFill rotWithShape="1">
            <a:blip r:embed="rId8">
              <a:alphaModFix/>
            </a:blip>
            <a:srcRect b="0" l="0" r="0" t="0"/>
            <a:stretch/>
          </p:blipFill>
          <p:spPr>
            <a:xfrm>
              <a:off x="7495211" y="6193175"/>
              <a:ext cx="473389" cy="473387"/>
            </a:xfrm>
            <a:prstGeom prst="rect">
              <a:avLst/>
            </a:prstGeom>
            <a:noFill/>
            <a:ln>
              <a:noFill/>
            </a:ln>
          </p:spPr>
        </p:pic>
        <p:sp>
          <p:nvSpPr>
            <p:cNvPr id="70" name="Google Shape;70;p18"/>
            <p:cNvSpPr/>
            <p:nvPr/>
          </p:nvSpPr>
          <p:spPr>
            <a:xfrm>
              <a:off x="11284668" y="6174219"/>
              <a:ext cx="535625" cy="511375"/>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D4E7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71" name="Google Shape;71;p18"/>
            <p:cNvPicPr preferRelativeResize="0"/>
            <p:nvPr/>
          </p:nvPicPr>
          <p:blipFill rotWithShape="1">
            <a:blip r:embed="rId9">
              <a:alphaModFix/>
            </a:blip>
            <a:srcRect b="0" l="0" r="0" t="0"/>
            <a:stretch/>
          </p:blipFill>
          <p:spPr>
            <a:xfrm>
              <a:off x="11425464" y="6282849"/>
              <a:ext cx="281805" cy="246580"/>
            </a:xfrm>
            <a:prstGeom prst="rect">
              <a:avLst/>
            </a:prstGeom>
            <a:noFill/>
            <a:ln>
              <a:noFill/>
            </a:ln>
          </p:spPr>
        </p:pic>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w" type="obj">
  <p:cSld name="OBJECT">
    <p:spTree>
      <p:nvGrpSpPr>
        <p:cNvPr id="72" name="Shape 72"/>
        <p:cNvGrpSpPr/>
        <p:nvPr/>
      </p:nvGrpSpPr>
      <p:grpSpPr>
        <a:xfrm>
          <a:off x="0" y="0"/>
          <a:ext cx="0" cy="0"/>
          <a:chOff x="0" y="0"/>
          <a:chExt cx="0" cy="0"/>
        </a:xfrm>
      </p:grpSpPr>
      <p:sp>
        <p:nvSpPr>
          <p:cNvPr id="73" name="Google Shape;73;p19"/>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 name="Google Shape;74;p19"/>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Do Now</a:t>
            </a:r>
            <a:endParaRPr b="1" sz="3000">
              <a:solidFill>
                <a:schemeClr val="lt1"/>
              </a:solidFill>
              <a:latin typeface="Arial"/>
              <a:ea typeface="Arial"/>
              <a:cs typeface="Arial"/>
              <a:sym typeface="Arial"/>
            </a:endParaRPr>
          </a:p>
        </p:txBody>
      </p:sp>
      <p:sp>
        <p:nvSpPr>
          <p:cNvPr id="75" name="Google Shape;75;p19"/>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19"/>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9"/>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9"/>
          <p:cNvSpPr/>
          <p:nvPr/>
        </p:nvSpPr>
        <p:spPr>
          <a:xfrm>
            <a:off x="627264" y="306740"/>
            <a:ext cx="334836" cy="383218"/>
          </a:xfrm>
          <a:custGeom>
            <a:rect b="b" l="l" r="r" t="t"/>
            <a:pathLst>
              <a:path extrusionOk="0" h="404002" w="352996">
                <a:moveTo>
                  <a:pt x="206454" y="26718"/>
                </a:moveTo>
                <a:cubicBezTo>
                  <a:pt x="206454" y="41291"/>
                  <a:pt x="194310" y="53435"/>
                  <a:pt x="179737" y="53435"/>
                </a:cubicBezTo>
                <a:cubicBezTo>
                  <a:pt x="165163" y="53435"/>
                  <a:pt x="153019" y="41291"/>
                  <a:pt x="153019" y="26718"/>
                </a:cubicBezTo>
                <a:cubicBezTo>
                  <a:pt x="153019" y="12144"/>
                  <a:pt x="165163" y="0"/>
                  <a:pt x="179737" y="0"/>
                </a:cubicBezTo>
                <a:cubicBezTo>
                  <a:pt x="194310" y="0"/>
                  <a:pt x="206454" y="12144"/>
                  <a:pt x="206454" y="26718"/>
                </a:cubicBezTo>
                <a:close/>
                <a:moveTo>
                  <a:pt x="197548" y="263128"/>
                </a:moveTo>
                <a:lnTo>
                  <a:pt x="221837" y="263128"/>
                </a:lnTo>
                <a:lnTo>
                  <a:pt x="177308" y="108490"/>
                </a:lnTo>
                <a:lnTo>
                  <a:pt x="130350" y="263128"/>
                </a:lnTo>
                <a:lnTo>
                  <a:pt x="154638" y="263128"/>
                </a:lnTo>
                <a:lnTo>
                  <a:pt x="179737" y="404003"/>
                </a:lnTo>
                <a:lnTo>
                  <a:pt x="197548" y="263128"/>
                </a:lnTo>
                <a:close/>
                <a:moveTo>
                  <a:pt x="257461" y="385382"/>
                </a:moveTo>
                <a:lnTo>
                  <a:pt x="260699" y="382953"/>
                </a:lnTo>
                <a:lnTo>
                  <a:pt x="263938" y="380524"/>
                </a:lnTo>
                <a:cubicBezTo>
                  <a:pt x="265557" y="378905"/>
                  <a:pt x="267986" y="377285"/>
                  <a:pt x="269605" y="375666"/>
                </a:cubicBezTo>
                <a:cubicBezTo>
                  <a:pt x="276892" y="368379"/>
                  <a:pt x="283369" y="359473"/>
                  <a:pt x="288227" y="350568"/>
                </a:cubicBezTo>
                <a:cubicBezTo>
                  <a:pt x="293084" y="341662"/>
                  <a:pt x="296323" y="331946"/>
                  <a:pt x="298752" y="322231"/>
                </a:cubicBezTo>
                <a:cubicBezTo>
                  <a:pt x="300371" y="312515"/>
                  <a:pt x="301181" y="303609"/>
                  <a:pt x="300371" y="293894"/>
                </a:cubicBezTo>
                <a:cubicBezTo>
                  <a:pt x="300371" y="295513"/>
                  <a:pt x="300371" y="293894"/>
                  <a:pt x="300371" y="293894"/>
                </a:cubicBezTo>
                <a:lnTo>
                  <a:pt x="300371" y="293894"/>
                </a:lnTo>
                <a:cubicBezTo>
                  <a:pt x="300371" y="293894"/>
                  <a:pt x="300371" y="293894"/>
                  <a:pt x="300371" y="293894"/>
                </a:cubicBezTo>
                <a:lnTo>
                  <a:pt x="300371" y="293894"/>
                </a:lnTo>
                <a:cubicBezTo>
                  <a:pt x="300371" y="293084"/>
                  <a:pt x="300371" y="290655"/>
                  <a:pt x="300371" y="290655"/>
                </a:cubicBezTo>
                <a:lnTo>
                  <a:pt x="300371" y="286607"/>
                </a:lnTo>
                <a:cubicBezTo>
                  <a:pt x="300371" y="286607"/>
                  <a:pt x="300371" y="284988"/>
                  <a:pt x="300371" y="284988"/>
                </a:cubicBezTo>
                <a:cubicBezTo>
                  <a:pt x="300371" y="284988"/>
                  <a:pt x="300371" y="283369"/>
                  <a:pt x="300371" y="283369"/>
                </a:cubicBezTo>
                <a:lnTo>
                  <a:pt x="300371" y="280130"/>
                </a:lnTo>
                <a:cubicBezTo>
                  <a:pt x="300371" y="280130"/>
                  <a:pt x="298752" y="277701"/>
                  <a:pt x="298752" y="277701"/>
                </a:cubicBezTo>
                <a:lnTo>
                  <a:pt x="298752" y="276082"/>
                </a:lnTo>
                <a:cubicBezTo>
                  <a:pt x="298752" y="276082"/>
                  <a:pt x="298752" y="274463"/>
                  <a:pt x="298752" y="274463"/>
                </a:cubicBezTo>
                <a:lnTo>
                  <a:pt x="297132" y="268796"/>
                </a:lnTo>
                <a:cubicBezTo>
                  <a:pt x="293894" y="261509"/>
                  <a:pt x="290655" y="254222"/>
                  <a:pt x="286607" y="247745"/>
                </a:cubicBezTo>
                <a:lnTo>
                  <a:pt x="256651" y="261509"/>
                </a:lnTo>
                <a:lnTo>
                  <a:pt x="245316" y="124682"/>
                </a:lnTo>
                <a:lnTo>
                  <a:pt x="352997" y="216170"/>
                </a:lnTo>
                <a:lnTo>
                  <a:pt x="331946" y="225885"/>
                </a:lnTo>
                <a:lnTo>
                  <a:pt x="331946" y="227505"/>
                </a:lnTo>
                <a:cubicBezTo>
                  <a:pt x="333566" y="230743"/>
                  <a:pt x="334375" y="233172"/>
                  <a:pt x="335185" y="236411"/>
                </a:cubicBezTo>
                <a:lnTo>
                  <a:pt x="336804" y="241268"/>
                </a:lnTo>
                <a:cubicBezTo>
                  <a:pt x="336804" y="242888"/>
                  <a:pt x="336804" y="244507"/>
                  <a:pt x="337614" y="246126"/>
                </a:cubicBezTo>
                <a:cubicBezTo>
                  <a:pt x="337614" y="249365"/>
                  <a:pt x="338423" y="252603"/>
                  <a:pt x="339233" y="255842"/>
                </a:cubicBezTo>
                <a:lnTo>
                  <a:pt x="339233" y="265557"/>
                </a:lnTo>
                <a:cubicBezTo>
                  <a:pt x="339233" y="265557"/>
                  <a:pt x="339233" y="267986"/>
                  <a:pt x="339233" y="267986"/>
                </a:cubicBezTo>
                <a:lnTo>
                  <a:pt x="339233" y="270415"/>
                </a:lnTo>
                <a:cubicBezTo>
                  <a:pt x="339233" y="270415"/>
                  <a:pt x="339233" y="275273"/>
                  <a:pt x="339233" y="275273"/>
                </a:cubicBezTo>
                <a:lnTo>
                  <a:pt x="339233" y="280130"/>
                </a:lnTo>
                <a:cubicBezTo>
                  <a:pt x="339233" y="280940"/>
                  <a:pt x="339233" y="281750"/>
                  <a:pt x="339233" y="282559"/>
                </a:cubicBezTo>
                <a:lnTo>
                  <a:pt x="339233" y="284988"/>
                </a:lnTo>
                <a:cubicBezTo>
                  <a:pt x="339233" y="284988"/>
                  <a:pt x="338423" y="289036"/>
                  <a:pt x="338423" y="289036"/>
                </a:cubicBezTo>
                <a:lnTo>
                  <a:pt x="338423" y="291465"/>
                </a:lnTo>
                <a:cubicBezTo>
                  <a:pt x="338423" y="291465"/>
                  <a:pt x="338423" y="292275"/>
                  <a:pt x="338423" y="292275"/>
                </a:cubicBezTo>
                <a:lnTo>
                  <a:pt x="338423" y="292275"/>
                </a:lnTo>
                <a:cubicBezTo>
                  <a:pt x="338423" y="292275"/>
                  <a:pt x="338423" y="292275"/>
                  <a:pt x="338423" y="292275"/>
                </a:cubicBezTo>
                <a:cubicBezTo>
                  <a:pt x="338423" y="292275"/>
                  <a:pt x="338423" y="292275"/>
                  <a:pt x="338423" y="293084"/>
                </a:cubicBezTo>
                <a:cubicBezTo>
                  <a:pt x="335185" y="305229"/>
                  <a:pt x="331137" y="317373"/>
                  <a:pt x="325469" y="328708"/>
                </a:cubicBezTo>
                <a:cubicBezTo>
                  <a:pt x="318992" y="340043"/>
                  <a:pt x="312515" y="349758"/>
                  <a:pt x="304419" y="358664"/>
                </a:cubicBezTo>
                <a:cubicBezTo>
                  <a:pt x="296323" y="367570"/>
                  <a:pt x="287417" y="374856"/>
                  <a:pt x="278511" y="380524"/>
                </a:cubicBezTo>
                <a:cubicBezTo>
                  <a:pt x="270415" y="385382"/>
                  <a:pt x="260699" y="387810"/>
                  <a:pt x="251793" y="391049"/>
                </a:cubicBezTo>
                <a:cubicBezTo>
                  <a:pt x="253413" y="391049"/>
                  <a:pt x="254222" y="389430"/>
                  <a:pt x="255841" y="388620"/>
                </a:cubicBezTo>
                <a:cubicBezTo>
                  <a:pt x="258270" y="387001"/>
                  <a:pt x="259890" y="385382"/>
                  <a:pt x="262318" y="384572"/>
                </a:cubicBezTo>
                <a:close/>
                <a:moveTo>
                  <a:pt x="95536" y="385382"/>
                </a:moveTo>
                <a:lnTo>
                  <a:pt x="92297" y="382953"/>
                </a:lnTo>
                <a:lnTo>
                  <a:pt x="89059" y="380524"/>
                </a:lnTo>
                <a:cubicBezTo>
                  <a:pt x="87439" y="378905"/>
                  <a:pt x="85011" y="377285"/>
                  <a:pt x="83391" y="375666"/>
                </a:cubicBezTo>
                <a:cubicBezTo>
                  <a:pt x="76105" y="368379"/>
                  <a:pt x="69628" y="359473"/>
                  <a:pt x="64770" y="350568"/>
                </a:cubicBezTo>
                <a:cubicBezTo>
                  <a:pt x="59912" y="341662"/>
                  <a:pt x="56674" y="331946"/>
                  <a:pt x="54245" y="322231"/>
                </a:cubicBezTo>
                <a:cubicBezTo>
                  <a:pt x="52626" y="312515"/>
                  <a:pt x="51816" y="303609"/>
                  <a:pt x="52626" y="293894"/>
                </a:cubicBezTo>
                <a:cubicBezTo>
                  <a:pt x="52626" y="295513"/>
                  <a:pt x="52626" y="293894"/>
                  <a:pt x="52626" y="293894"/>
                </a:cubicBezTo>
                <a:lnTo>
                  <a:pt x="52626" y="293894"/>
                </a:lnTo>
                <a:cubicBezTo>
                  <a:pt x="52626" y="293894"/>
                  <a:pt x="52626" y="293894"/>
                  <a:pt x="52626" y="293894"/>
                </a:cubicBezTo>
                <a:lnTo>
                  <a:pt x="52626" y="293894"/>
                </a:lnTo>
                <a:cubicBezTo>
                  <a:pt x="52626" y="293084"/>
                  <a:pt x="52626" y="290655"/>
                  <a:pt x="52626" y="290655"/>
                </a:cubicBezTo>
                <a:lnTo>
                  <a:pt x="52626" y="286607"/>
                </a:lnTo>
                <a:cubicBezTo>
                  <a:pt x="52626" y="286607"/>
                  <a:pt x="52626" y="284988"/>
                  <a:pt x="52626" y="284988"/>
                </a:cubicBezTo>
                <a:cubicBezTo>
                  <a:pt x="52626" y="284988"/>
                  <a:pt x="52626" y="283369"/>
                  <a:pt x="52626" y="283369"/>
                </a:cubicBezTo>
                <a:lnTo>
                  <a:pt x="52626" y="280130"/>
                </a:lnTo>
                <a:cubicBezTo>
                  <a:pt x="52626" y="280130"/>
                  <a:pt x="54245" y="277701"/>
                  <a:pt x="54245" y="277701"/>
                </a:cubicBezTo>
                <a:lnTo>
                  <a:pt x="54245" y="276082"/>
                </a:lnTo>
                <a:cubicBezTo>
                  <a:pt x="54245" y="276082"/>
                  <a:pt x="54245" y="274463"/>
                  <a:pt x="54245" y="274463"/>
                </a:cubicBezTo>
                <a:lnTo>
                  <a:pt x="55864" y="268796"/>
                </a:lnTo>
                <a:cubicBezTo>
                  <a:pt x="59103" y="261509"/>
                  <a:pt x="62341" y="254222"/>
                  <a:pt x="66389" y="247745"/>
                </a:cubicBezTo>
                <a:lnTo>
                  <a:pt x="96345" y="261509"/>
                </a:lnTo>
                <a:lnTo>
                  <a:pt x="107680" y="124682"/>
                </a:lnTo>
                <a:lnTo>
                  <a:pt x="0" y="216170"/>
                </a:lnTo>
                <a:lnTo>
                  <a:pt x="21050" y="225885"/>
                </a:lnTo>
                <a:lnTo>
                  <a:pt x="21050" y="227505"/>
                </a:lnTo>
                <a:cubicBezTo>
                  <a:pt x="19431" y="230743"/>
                  <a:pt x="18621" y="233172"/>
                  <a:pt x="17812" y="236411"/>
                </a:cubicBezTo>
                <a:lnTo>
                  <a:pt x="16193" y="241268"/>
                </a:lnTo>
                <a:cubicBezTo>
                  <a:pt x="16193" y="242888"/>
                  <a:pt x="16193" y="244507"/>
                  <a:pt x="15383" y="246126"/>
                </a:cubicBezTo>
                <a:cubicBezTo>
                  <a:pt x="15383" y="249365"/>
                  <a:pt x="14573" y="252603"/>
                  <a:pt x="13764" y="255842"/>
                </a:cubicBezTo>
                <a:lnTo>
                  <a:pt x="13764" y="265557"/>
                </a:lnTo>
                <a:cubicBezTo>
                  <a:pt x="13764" y="265557"/>
                  <a:pt x="13764" y="267986"/>
                  <a:pt x="13764" y="267986"/>
                </a:cubicBezTo>
                <a:lnTo>
                  <a:pt x="13764" y="270415"/>
                </a:lnTo>
                <a:cubicBezTo>
                  <a:pt x="13764" y="270415"/>
                  <a:pt x="13764" y="275273"/>
                  <a:pt x="13764" y="275273"/>
                </a:cubicBezTo>
                <a:lnTo>
                  <a:pt x="13764" y="280130"/>
                </a:lnTo>
                <a:cubicBezTo>
                  <a:pt x="13764" y="280940"/>
                  <a:pt x="13764" y="281750"/>
                  <a:pt x="13764" y="282559"/>
                </a:cubicBezTo>
                <a:lnTo>
                  <a:pt x="13764" y="284988"/>
                </a:lnTo>
                <a:cubicBezTo>
                  <a:pt x="13764" y="284988"/>
                  <a:pt x="14573" y="289036"/>
                  <a:pt x="14573" y="289036"/>
                </a:cubicBezTo>
                <a:lnTo>
                  <a:pt x="14573" y="291465"/>
                </a:lnTo>
                <a:cubicBezTo>
                  <a:pt x="14573" y="291465"/>
                  <a:pt x="14573" y="292275"/>
                  <a:pt x="14573" y="292275"/>
                </a:cubicBezTo>
                <a:lnTo>
                  <a:pt x="14573" y="292275"/>
                </a:lnTo>
                <a:cubicBezTo>
                  <a:pt x="14573" y="292275"/>
                  <a:pt x="14573" y="292275"/>
                  <a:pt x="14573" y="292275"/>
                </a:cubicBezTo>
                <a:cubicBezTo>
                  <a:pt x="14573" y="292275"/>
                  <a:pt x="14573" y="292275"/>
                  <a:pt x="14573" y="293084"/>
                </a:cubicBezTo>
                <a:cubicBezTo>
                  <a:pt x="17812" y="305229"/>
                  <a:pt x="21860" y="317373"/>
                  <a:pt x="27527" y="328708"/>
                </a:cubicBezTo>
                <a:cubicBezTo>
                  <a:pt x="34004" y="340043"/>
                  <a:pt x="40481" y="349758"/>
                  <a:pt x="48578" y="358664"/>
                </a:cubicBezTo>
                <a:cubicBezTo>
                  <a:pt x="56674" y="367570"/>
                  <a:pt x="65580" y="374856"/>
                  <a:pt x="74486" y="380524"/>
                </a:cubicBezTo>
                <a:cubicBezTo>
                  <a:pt x="82582" y="385382"/>
                  <a:pt x="92297" y="387810"/>
                  <a:pt x="101203" y="391049"/>
                </a:cubicBezTo>
                <a:cubicBezTo>
                  <a:pt x="99584" y="391049"/>
                  <a:pt x="98774" y="389430"/>
                  <a:pt x="97155" y="388620"/>
                </a:cubicBezTo>
                <a:cubicBezTo>
                  <a:pt x="94726" y="387001"/>
                  <a:pt x="93107" y="385382"/>
                  <a:pt x="90678" y="384572"/>
                </a:cubicBezTo>
                <a:close/>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utcomes | To Know">
  <p:cSld name="Learning Outcomes | To Know">
    <p:spTree>
      <p:nvGrpSpPr>
        <p:cNvPr id="79" name="Shape 79"/>
        <p:cNvGrpSpPr/>
        <p:nvPr/>
      </p:nvGrpSpPr>
      <p:grpSpPr>
        <a:xfrm>
          <a:off x="0" y="0"/>
          <a:ext cx="0" cy="0"/>
          <a:chOff x="0" y="0"/>
          <a:chExt cx="0" cy="0"/>
        </a:xfrm>
      </p:grpSpPr>
      <p:sp>
        <p:nvSpPr>
          <p:cNvPr id="80" name="Google Shape;80;p20"/>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 name="Google Shape;81;p20"/>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Learning Outcome</a:t>
            </a:r>
            <a:endParaRPr b="1" sz="3000">
              <a:solidFill>
                <a:schemeClr val="lt1"/>
              </a:solidFill>
              <a:latin typeface="Arial"/>
              <a:ea typeface="Arial"/>
              <a:cs typeface="Arial"/>
              <a:sym typeface="Arial"/>
            </a:endParaRPr>
          </a:p>
        </p:txBody>
      </p:sp>
      <p:sp>
        <p:nvSpPr>
          <p:cNvPr id="82" name="Google Shape;82;p20"/>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20"/>
          <p:cNvSpPr txBox="1"/>
          <p:nvPr>
            <p:ph type="title"/>
          </p:nvPr>
        </p:nvSpPr>
        <p:spPr>
          <a:xfrm>
            <a:off x="552448" y="1145336"/>
            <a:ext cx="5256215"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0"/>
          <p:cNvSpPr txBox="1"/>
          <p:nvPr>
            <p:ph idx="1" type="body"/>
          </p:nvPr>
        </p:nvSpPr>
        <p:spPr>
          <a:xfrm>
            <a:off x="552450" y="2026197"/>
            <a:ext cx="5256214"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0"/>
          <p:cNvSpPr/>
          <p:nvPr/>
        </p:nvSpPr>
        <p:spPr>
          <a:xfrm>
            <a:off x="6096000" y="195979"/>
            <a:ext cx="634206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 name="Google Shape;86;p20"/>
          <p:cNvSpPr txBox="1"/>
          <p:nvPr/>
        </p:nvSpPr>
        <p:spPr>
          <a:xfrm>
            <a:off x="7531556" y="195979"/>
            <a:ext cx="3586173" cy="618150"/>
          </a:xfrm>
          <a:prstGeom prst="rect">
            <a:avLst/>
          </a:prstGeom>
          <a:noFill/>
          <a:ln>
            <a:noFill/>
          </a:ln>
        </p:spPr>
        <p:txBody>
          <a:bodyPr anchorCtr="0" anchor="ctr" bIns="45700" lIns="91425" spcFirstLastPara="1" rIns="91425" wrap="square" tIns="45700">
            <a:noAutofit/>
          </a:bodyPr>
          <a:lstStyle/>
          <a:p>
            <a:pPr indent="0" lvl="0" marL="0" marR="0" rtl="0" algn="r">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To Know</a:t>
            </a:r>
            <a:endParaRPr b="1" sz="3000">
              <a:solidFill>
                <a:schemeClr val="lt1"/>
              </a:solidFill>
              <a:latin typeface="Arial"/>
              <a:ea typeface="Arial"/>
              <a:cs typeface="Arial"/>
              <a:sym typeface="Arial"/>
            </a:endParaRPr>
          </a:p>
        </p:txBody>
      </p:sp>
      <p:sp>
        <p:nvSpPr>
          <p:cNvPr id="87" name="Google Shape;87;p20"/>
          <p:cNvSpPr/>
          <p:nvPr/>
        </p:nvSpPr>
        <p:spPr>
          <a:xfrm>
            <a:off x="1131932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20"/>
          <p:cNvSpPr/>
          <p:nvPr/>
        </p:nvSpPr>
        <p:spPr>
          <a:xfrm>
            <a:off x="11393621" y="323695"/>
            <a:ext cx="302557" cy="349200"/>
          </a:xfrm>
          <a:custGeom>
            <a:rect b="b" l="l" r="r" t="t"/>
            <a:pathLst>
              <a:path extrusionOk="0" h="237728" w="214063">
                <a:moveTo>
                  <a:pt x="154360" y="82294"/>
                </a:moveTo>
                <a:cubicBezTo>
                  <a:pt x="154360" y="91371"/>
                  <a:pt x="146967" y="98857"/>
                  <a:pt x="137890" y="98857"/>
                </a:cubicBezTo>
                <a:cubicBezTo>
                  <a:pt x="128813" y="98857"/>
                  <a:pt x="121420" y="91465"/>
                  <a:pt x="121420" y="82294"/>
                </a:cubicBezTo>
                <a:cubicBezTo>
                  <a:pt x="121420" y="73123"/>
                  <a:pt x="128813" y="65730"/>
                  <a:pt x="137890" y="65730"/>
                </a:cubicBezTo>
                <a:cubicBezTo>
                  <a:pt x="146967" y="65730"/>
                  <a:pt x="154360" y="73123"/>
                  <a:pt x="154360" y="82294"/>
                </a:cubicBezTo>
                <a:close/>
                <a:moveTo>
                  <a:pt x="108506" y="97547"/>
                </a:moveTo>
                <a:lnTo>
                  <a:pt x="107290" y="93991"/>
                </a:lnTo>
                <a:cubicBezTo>
                  <a:pt x="106822" y="92588"/>
                  <a:pt x="105605" y="91558"/>
                  <a:pt x="104108" y="91371"/>
                </a:cubicBezTo>
                <a:lnTo>
                  <a:pt x="98774" y="90622"/>
                </a:lnTo>
                <a:cubicBezTo>
                  <a:pt x="96809" y="90342"/>
                  <a:pt x="95405" y="88657"/>
                  <a:pt x="95405" y="86692"/>
                </a:cubicBezTo>
                <a:lnTo>
                  <a:pt x="95405" y="78738"/>
                </a:lnTo>
                <a:cubicBezTo>
                  <a:pt x="95405" y="76679"/>
                  <a:pt x="96996" y="74995"/>
                  <a:pt x="99055" y="74808"/>
                </a:cubicBezTo>
                <a:lnTo>
                  <a:pt x="104014" y="74433"/>
                </a:lnTo>
                <a:cubicBezTo>
                  <a:pt x="105605" y="74340"/>
                  <a:pt x="106915" y="73217"/>
                  <a:pt x="107477" y="71719"/>
                </a:cubicBezTo>
                <a:lnTo>
                  <a:pt x="108319" y="69006"/>
                </a:lnTo>
                <a:cubicBezTo>
                  <a:pt x="108693" y="67789"/>
                  <a:pt x="108506" y="66479"/>
                  <a:pt x="107758" y="65450"/>
                </a:cubicBezTo>
                <a:lnTo>
                  <a:pt x="104202" y="60677"/>
                </a:lnTo>
                <a:cubicBezTo>
                  <a:pt x="102985" y="59086"/>
                  <a:pt x="103172" y="56840"/>
                  <a:pt x="104670" y="55530"/>
                </a:cubicBezTo>
                <a:lnTo>
                  <a:pt x="109629" y="50851"/>
                </a:lnTo>
                <a:cubicBezTo>
                  <a:pt x="110939" y="49635"/>
                  <a:pt x="112998" y="49448"/>
                  <a:pt x="114495" y="50477"/>
                </a:cubicBezTo>
                <a:lnTo>
                  <a:pt x="119455" y="53846"/>
                </a:lnTo>
                <a:cubicBezTo>
                  <a:pt x="120484" y="54501"/>
                  <a:pt x="121701" y="54688"/>
                  <a:pt x="122917" y="54314"/>
                </a:cubicBezTo>
                <a:lnTo>
                  <a:pt x="126380" y="53191"/>
                </a:lnTo>
                <a:cubicBezTo>
                  <a:pt x="127784" y="52723"/>
                  <a:pt x="128813" y="51506"/>
                  <a:pt x="129000" y="50009"/>
                </a:cubicBezTo>
                <a:lnTo>
                  <a:pt x="129842" y="44207"/>
                </a:lnTo>
                <a:cubicBezTo>
                  <a:pt x="130123" y="42242"/>
                  <a:pt x="131807" y="40838"/>
                  <a:pt x="133773" y="40838"/>
                </a:cubicBezTo>
                <a:lnTo>
                  <a:pt x="140978" y="40838"/>
                </a:lnTo>
                <a:cubicBezTo>
                  <a:pt x="142943" y="40838"/>
                  <a:pt x="144628" y="42336"/>
                  <a:pt x="144908" y="44207"/>
                </a:cubicBezTo>
                <a:lnTo>
                  <a:pt x="145751" y="50664"/>
                </a:lnTo>
                <a:cubicBezTo>
                  <a:pt x="145938" y="52068"/>
                  <a:pt x="146780" y="53191"/>
                  <a:pt x="148090" y="53752"/>
                </a:cubicBezTo>
                <a:lnTo>
                  <a:pt x="150710" y="54875"/>
                </a:lnTo>
                <a:cubicBezTo>
                  <a:pt x="152020" y="55437"/>
                  <a:pt x="153518" y="55250"/>
                  <a:pt x="154734" y="54407"/>
                </a:cubicBezTo>
                <a:lnTo>
                  <a:pt x="159226" y="50851"/>
                </a:lnTo>
                <a:cubicBezTo>
                  <a:pt x="160817" y="49635"/>
                  <a:pt x="162969" y="49728"/>
                  <a:pt x="164373" y="51132"/>
                </a:cubicBezTo>
                <a:lnTo>
                  <a:pt x="168584" y="55343"/>
                </a:lnTo>
                <a:cubicBezTo>
                  <a:pt x="169894" y="56560"/>
                  <a:pt x="170175" y="58618"/>
                  <a:pt x="169239" y="60116"/>
                </a:cubicBezTo>
                <a:lnTo>
                  <a:pt x="166057" y="65450"/>
                </a:lnTo>
                <a:cubicBezTo>
                  <a:pt x="165402" y="66573"/>
                  <a:pt x="165309" y="67976"/>
                  <a:pt x="165870" y="69193"/>
                </a:cubicBezTo>
                <a:lnTo>
                  <a:pt x="167367" y="72187"/>
                </a:lnTo>
                <a:cubicBezTo>
                  <a:pt x="167929" y="73310"/>
                  <a:pt x="168958" y="74152"/>
                  <a:pt x="170175" y="74340"/>
                </a:cubicBezTo>
                <a:lnTo>
                  <a:pt x="175790" y="75369"/>
                </a:lnTo>
                <a:cubicBezTo>
                  <a:pt x="177661" y="75743"/>
                  <a:pt x="178971" y="77334"/>
                  <a:pt x="178971" y="79206"/>
                </a:cubicBezTo>
                <a:lnTo>
                  <a:pt x="178971" y="85663"/>
                </a:lnTo>
                <a:cubicBezTo>
                  <a:pt x="178971" y="87441"/>
                  <a:pt x="177755" y="88938"/>
                  <a:pt x="176070" y="89406"/>
                </a:cubicBezTo>
                <a:lnTo>
                  <a:pt x="169894" y="91090"/>
                </a:lnTo>
                <a:cubicBezTo>
                  <a:pt x="168678" y="91371"/>
                  <a:pt x="167742" y="92307"/>
                  <a:pt x="167274" y="93430"/>
                </a:cubicBezTo>
                <a:lnTo>
                  <a:pt x="165777" y="97079"/>
                </a:lnTo>
                <a:cubicBezTo>
                  <a:pt x="165215" y="98389"/>
                  <a:pt x="165496" y="99887"/>
                  <a:pt x="166338" y="101010"/>
                </a:cubicBezTo>
                <a:lnTo>
                  <a:pt x="169145" y="104566"/>
                </a:lnTo>
                <a:cubicBezTo>
                  <a:pt x="170362" y="106063"/>
                  <a:pt x="170268" y="108215"/>
                  <a:pt x="168958" y="109619"/>
                </a:cubicBezTo>
                <a:lnTo>
                  <a:pt x="164186" y="114859"/>
                </a:lnTo>
                <a:cubicBezTo>
                  <a:pt x="162876" y="116357"/>
                  <a:pt x="160536" y="116544"/>
                  <a:pt x="158945" y="115421"/>
                </a:cubicBezTo>
                <a:lnTo>
                  <a:pt x="154641" y="112239"/>
                </a:lnTo>
                <a:cubicBezTo>
                  <a:pt x="153518" y="111490"/>
                  <a:pt x="152114" y="111303"/>
                  <a:pt x="150898" y="111771"/>
                </a:cubicBezTo>
                <a:lnTo>
                  <a:pt x="148184" y="112801"/>
                </a:lnTo>
                <a:cubicBezTo>
                  <a:pt x="146874" y="113268"/>
                  <a:pt x="145938" y="114485"/>
                  <a:pt x="145751" y="115889"/>
                </a:cubicBezTo>
                <a:lnTo>
                  <a:pt x="144815" y="121597"/>
                </a:lnTo>
                <a:cubicBezTo>
                  <a:pt x="144534" y="123469"/>
                  <a:pt x="142850" y="124872"/>
                  <a:pt x="140978" y="124872"/>
                </a:cubicBezTo>
                <a:lnTo>
                  <a:pt x="133398" y="124872"/>
                </a:lnTo>
                <a:cubicBezTo>
                  <a:pt x="131433" y="124872"/>
                  <a:pt x="129749" y="123375"/>
                  <a:pt x="129468" y="121410"/>
                </a:cubicBezTo>
                <a:lnTo>
                  <a:pt x="128813" y="116357"/>
                </a:lnTo>
                <a:cubicBezTo>
                  <a:pt x="128626" y="115046"/>
                  <a:pt x="127784" y="113830"/>
                  <a:pt x="126567" y="113268"/>
                </a:cubicBezTo>
                <a:lnTo>
                  <a:pt x="124040" y="112052"/>
                </a:lnTo>
                <a:cubicBezTo>
                  <a:pt x="122824" y="111490"/>
                  <a:pt x="121420" y="111584"/>
                  <a:pt x="120297" y="112333"/>
                </a:cubicBezTo>
                <a:lnTo>
                  <a:pt x="115431" y="115514"/>
                </a:lnTo>
                <a:cubicBezTo>
                  <a:pt x="113840" y="116544"/>
                  <a:pt x="111782" y="116263"/>
                  <a:pt x="110471" y="114953"/>
                </a:cubicBezTo>
                <a:lnTo>
                  <a:pt x="105512" y="109900"/>
                </a:lnTo>
                <a:cubicBezTo>
                  <a:pt x="104295" y="108590"/>
                  <a:pt x="104014" y="106624"/>
                  <a:pt x="104950" y="105127"/>
                </a:cubicBezTo>
                <a:lnTo>
                  <a:pt x="107758" y="100542"/>
                </a:lnTo>
                <a:cubicBezTo>
                  <a:pt x="108319" y="99512"/>
                  <a:pt x="108506" y="98389"/>
                  <a:pt x="108132" y="97266"/>
                </a:cubicBezTo>
                <a:close/>
                <a:moveTo>
                  <a:pt x="44405" y="237728"/>
                </a:moveTo>
                <a:lnTo>
                  <a:pt x="214063" y="237728"/>
                </a:lnTo>
                <a:moveTo>
                  <a:pt x="88387" y="235670"/>
                </a:moveTo>
                <a:lnTo>
                  <a:pt x="88387" y="216860"/>
                </a:lnTo>
                <a:cubicBezTo>
                  <a:pt x="88387" y="214521"/>
                  <a:pt x="86515" y="212649"/>
                  <a:pt x="84269" y="212649"/>
                </a:cubicBezTo>
                <a:lnTo>
                  <a:pt x="46744" y="212649"/>
                </a:lnTo>
                <a:cubicBezTo>
                  <a:pt x="46744" y="212649"/>
                  <a:pt x="46370" y="212649"/>
                  <a:pt x="46183" y="212649"/>
                </a:cubicBezTo>
                <a:cubicBezTo>
                  <a:pt x="43843" y="212369"/>
                  <a:pt x="26905" y="209374"/>
                  <a:pt x="28590" y="189161"/>
                </a:cubicBezTo>
                <a:cubicBezTo>
                  <a:pt x="29058" y="173065"/>
                  <a:pt x="28964" y="163988"/>
                  <a:pt x="28777" y="159496"/>
                </a:cubicBezTo>
                <a:cubicBezTo>
                  <a:pt x="28777" y="157438"/>
                  <a:pt x="27093" y="155753"/>
                  <a:pt x="25034" y="155473"/>
                </a:cubicBezTo>
                <a:lnTo>
                  <a:pt x="3698" y="153227"/>
                </a:lnTo>
                <a:cubicBezTo>
                  <a:pt x="703" y="152946"/>
                  <a:pt x="-888" y="149671"/>
                  <a:pt x="516" y="147050"/>
                </a:cubicBezTo>
                <a:lnTo>
                  <a:pt x="22975" y="106905"/>
                </a:lnTo>
                <a:cubicBezTo>
                  <a:pt x="23443" y="106063"/>
                  <a:pt x="23630" y="105034"/>
                  <a:pt x="23443" y="104004"/>
                </a:cubicBezTo>
                <a:cubicBezTo>
                  <a:pt x="21478" y="94553"/>
                  <a:pt x="13617" y="42055"/>
                  <a:pt x="66770" y="11922"/>
                </a:cubicBezTo>
                <a:cubicBezTo>
                  <a:pt x="78093" y="5278"/>
                  <a:pt x="134334" y="-18865"/>
                  <a:pt x="185709" y="29422"/>
                </a:cubicBezTo>
                <a:cubicBezTo>
                  <a:pt x="193476" y="37282"/>
                  <a:pt x="223140" y="72655"/>
                  <a:pt x="206203" y="117760"/>
                </a:cubicBezTo>
                <a:cubicBezTo>
                  <a:pt x="206109" y="118041"/>
                  <a:pt x="206016" y="118322"/>
                  <a:pt x="206016" y="118602"/>
                </a:cubicBezTo>
                <a:cubicBezTo>
                  <a:pt x="204518" y="128148"/>
                  <a:pt x="190294" y="145460"/>
                  <a:pt x="188142" y="147893"/>
                </a:cubicBezTo>
                <a:cubicBezTo>
                  <a:pt x="187955" y="148080"/>
                  <a:pt x="187861" y="148267"/>
                  <a:pt x="187674" y="148361"/>
                </a:cubicBezTo>
                <a:cubicBezTo>
                  <a:pt x="185990" y="149764"/>
                  <a:pt x="176351" y="158654"/>
                  <a:pt x="178223" y="178025"/>
                </a:cubicBezTo>
                <a:cubicBezTo>
                  <a:pt x="178223" y="178119"/>
                  <a:pt x="178223" y="178212"/>
                  <a:pt x="178223" y="178306"/>
                </a:cubicBezTo>
                <a:cubicBezTo>
                  <a:pt x="178503" y="195805"/>
                  <a:pt x="178316" y="224815"/>
                  <a:pt x="178223" y="235483"/>
                </a:cubicBez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20"/>
          <p:cNvSpPr/>
          <p:nvPr/>
        </p:nvSpPr>
        <p:spPr>
          <a:xfrm>
            <a:off x="622300" y="336395"/>
            <a:ext cx="342433" cy="349548"/>
          </a:xfrm>
          <a:custGeom>
            <a:rect b="b" l="l" r="r" t="t"/>
            <a:pathLst>
              <a:path extrusionOk="0" h="275870" w="270255">
                <a:moveTo>
                  <a:pt x="252850" y="101252"/>
                </a:moveTo>
                <a:cubicBezTo>
                  <a:pt x="257436" y="114728"/>
                  <a:pt x="259962" y="129139"/>
                  <a:pt x="259962" y="144205"/>
                </a:cubicBezTo>
                <a:cubicBezTo>
                  <a:pt x="259962" y="216916"/>
                  <a:pt x="201756" y="275871"/>
                  <a:pt x="129981" y="275871"/>
                </a:cubicBezTo>
                <a:cubicBezTo>
                  <a:pt x="58206" y="275871"/>
                  <a:pt x="0" y="216916"/>
                  <a:pt x="0" y="144205"/>
                </a:cubicBezTo>
                <a:cubicBezTo>
                  <a:pt x="0" y="71494"/>
                  <a:pt x="58206" y="12540"/>
                  <a:pt x="129981" y="12540"/>
                </a:cubicBezTo>
                <a:cubicBezTo>
                  <a:pt x="146638" y="12540"/>
                  <a:pt x="162547" y="15721"/>
                  <a:pt x="177239" y="21523"/>
                </a:cubicBezTo>
                <a:moveTo>
                  <a:pt x="206435" y="101252"/>
                </a:moveTo>
                <a:cubicBezTo>
                  <a:pt x="212892" y="113324"/>
                  <a:pt x="216542" y="127080"/>
                  <a:pt x="216542" y="141772"/>
                </a:cubicBezTo>
                <a:cubicBezTo>
                  <a:pt x="216542" y="188842"/>
                  <a:pt x="178923" y="226929"/>
                  <a:pt x="132414" y="226929"/>
                </a:cubicBezTo>
                <a:cubicBezTo>
                  <a:pt x="85905" y="226929"/>
                  <a:pt x="48287" y="188749"/>
                  <a:pt x="48287" y="141772"/>
                </a:cubicBezTo>
                <a:cubicBezTo>
                  <a:pt x="48287" y="94795"/>
                  <a:pt x="85905" y="56522"/>
                  <a:pt x="132414" y="56522"/>
                </a:cubicBezTo>
                <a:cubicBezTo>
                  <a:pt x="146638" y="56522"/>
                  <a:pt x="160020" y="60078"/>
                  <a:pt x="171717" y="66347"/>
                </a:cubicBezTo>
                <a:moveTo>
                  <a:pt x="226835" y="0"/>
                </a:moveTo>
                <a:lnTo>
                  <a:pt x="236474" y="37057"/>
                </a:lnTo>
                <a:lnTo>
                  <a:pt x="270256" y="46134"/>
                </a:lnTo>
                <a:lnTo>
                  <a:pt x="241995" y="78981"/>
                </a:lnTo>
                <a:lnTo>
                  <a:pt x="198575" y="74770"/>
                </a:lnTo>
                <a:lnTo>
                  <a:pt x="198575" y="34250"/>
                </a:lnTo>
                <a:lnTo>
                  <a:pt x="226835" y="0"/>
                </a:lnTo>
                <a:close/>
                <a:moveTo>
                  <a:pt x="131666" y="142427"/>
                </a:moveTo>
                <a:lnTo>
                  <a:pt x="198575" y="74676"/>
                </a:lnTo>
                <a:moveTo>
                  <a:pt x="132414" y="101252"/>
                </a:moveTo>
                <a:cubicBezTo>
                  <a:pt x="109581" y="101252"/>
                  <a:pt x="91052" y="120062"/>
                  <a:pt x="91052" y="143176"/>
                </a:cubicBezTo>
                <a:cubicBezTo>
                  <a:pt x="91052" y="166290"/>
                  <a:pt x="109581" y="185099"/>
                  <a:pt x="132414" y="185099"/>
                </a:cubicBezTo>
                <a:cubicBezTo>
                  <a:pt x="155247" y="185099"/>
                  <a:pt x="173776" y="166290"/>
                  <a:pt x="173776" y="143176"/>
                </a:cubicBezTo>
                <a:cubicBezTo>
                  <a:pt x="173776" y="139058"/>
                  <a:pt x="173215" y="135128"/>
                  <a:pt x="172092" y="131385"/>
                </a:cubicBez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20"/>
          <p:cNvSpPr txBox="1"/>
          <p:nvPr>
            <p:ph idx="2" type="body"/>
          </p:nvPr>
        </p:nvSpPr>
        <p:spPr>
          <a:xfrm>
            <a:off x="6096001" y="2026197"/>
            <a:ext cx="5903912" cy="3958224"/>
          </a:xfrm>
          <a:prstGeom prst="rect">
            <a:avLst/>
          </a:prstGeom>
          <a:noFill/>
          <a:ln>
            <a:noFill/>
          </a:ln>
        </p:spPr>
        <p:txBody>
          <a:bodyPr anchorCtr="0" anchor="t" bIns="45700" lIns="91425" spcFirstLastPara="1" rIns="91425" wrap="square" tIns="45700">
            <a:noAutofit/>
          </a:bodyPr>
          <a:lstStyle>
            <a:lvl1pPr indent="-228600" lvl="0" marL="457200" algn="r">
              <a:lnSpc>
                <a:spcPct val="120000"/>
              </a:lnSpc>
              <a:spcBef>
                <a:spcPts val="1000"/>
              </a:spcBef>
              <a:spcAft>
                <a:spcPts val="0"/>
              </a:spcAft>
              <a:buClr>
                <a:srgbClr val="595959"/>
              </a:buClr>
              <a:buSzPts val="2400"/>
              <a:buNone/>
              <a:defRPr/>
            </a:lvl1pPr>
            <a:lvl2pPr indent="-381000" lvl="1" marL="914400" algn="r">
              <a:lnSpc>
                <a:spcPct val="90000"/>
              </a:lnSpc>
              <a:spcBef>
                <a:spcPts val="500"/>
              </a:spcBef>
              <a:spcAft>
                <a:spcPts val="0"/>
              </a:spcAft>
              <a:buSzPts val="2400"/>
              <a:buChar char="⁃"/>
              <a:defRPr/>
            </a:lvl2pPr>
            <a:lvl3pPr indent="-381000" lvl="2" marL="1371600" algn="r">
              <a:lnSpc>
                <a:spcPct val="90000"/>
              </a:lnSpc>
              <a:spcBef>
                <a:spcPts val="500"/>
              </a:spcBef>
              <a:spcAft>
                <a:spcPts val="0"/>
              </a:spcAft>
              <a:buSzPts val="2400"/>
              <a:buChar char="•"/>
              <a:defRPr/>
            </a:lvl3pPr>
            <a:lvl4pPr indent="-381000" lvl="3" marL="1828800" algn="r">
              <a:lnSpc>
                <a:spcPct val="90000"/>
              </a:lnSpc>
              <a:spcBef>
                <a:spcPts val="500"/>
              </a:spcBef>
              <a:spcAft>
                <a:spcPts val="0"/>
              </a:spcAft>
              <a:buSzPts val="2400"/>
              <a:buChar char="⁃"/>
              <a:defRPr/>
            </a:lvl4pPr>
            <a:lvl5pPr indent="-381000" lvl="4" marL="2286000" algn="r">
              <a:lnSpc>
                <a:spcPct val="90000"/>
              </a:lnSpc>
              <a:spcBef>
                <a:spcPts val="500"/>
              </a:spcBef>
              <a:spcAft>
                <a:spcPts val="0"/>
              </a:spcAft>
              <a:buSzPts val="2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20"/>
          <p:cNvSpPr txBox="1"/>
          <p:nvPr>
            <p:ph idx="3" type="body"/>
          </p:nvPr>
        </p:nvSpPr>
        <p:spPr>
          <a:xfrm>
            <a:off x="6096000" y="1144588"/>
            <a:ext cx="5903913" cy="628650"/>
          </a:xfrm>
          <a:prstGeom prst="rect">
            <a:avLst/>
          </a:prstGeom>
          <a:noFill/>
          <a:ln>
            <a:noFill/>
          </a:ln>
        </p:spPr>
        <p:txBody>
          <a:bodyPr anchorCtr="0" anchor="t" bIns="45700" lIns="91425" spcFirstLastPara="1" rIns="91425" wrap="square" tIns="45700">
            <a:noAutofit/>
          </a:bodyPr>
          <a:lstStyle>
            <a:lvl1pPr indent="-228600" lvl="0" marL="457200" rtl="1" algn="r">
              <a:lnSpc>
                <a:spcPct val="120000"/>
              </a:lnSpc>
              <a:spcBef>
                <a:spcPts val="0"/>
              </a:spcBef>
              <a:spcAft>
                <a:spcPts val="0"/>
              </a:spcAft>
              <a:buClr>
                <a:srgbClr val="0C1B3E"/>
              </a:buClr>
              <a:buSzPts val="3000"/>
              <a:buNone/>
              <a:defRPr b="0" sz="3000">
                <a:solidFill>
                  <a:srgbClr val="0C1B3E"/>
                </a:solidFill>
                <a:latin typeface="Arial"/>
                <a:ea typeface="Arial"/>
                <a:cs typeface="Arial"/>
                <a:sym typeface="Aria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 Do, We Do, You Do">
  <p:cSld name="I Do, We Do, You Do">
    <p:spTree>
      <p:nvGrpSpPr>
        <p:cNvPr id="92" name="Shape 92"/>
        <p:cNvGrpSpPr/>
        <p:nvPr/>
      </p:nvGrpSpPr>
      <p:grpSpPr>
        <a:xfrm>
          <a:off x="0" y="0"/>
          <a:ext cx="0" cy="0"/>
          <a:chOff x="0" y="0"/>
          <a:chExt cx="0" cy="0"/>
        </a:xfrm>
      </p:grpSpPr>
      <p:sp>
        <p:nvSpPr>
          <p:cNvPr id="93" name="Google Shape;93;p21"/>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 name="Google Shape;94;p21"/>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I Do, We Do, You Do</a:t>
            </a:r>
            <a:endParaRPr b="1" sz="3000">
              <a:solidFill>
                <a:schemeClr val="lt1"/>
              </a:solidFill>
              <a:latin typeface="Arial"/>
              <a:ea typeface="Arial"/>
              <a:cs typeface="Arial"/>
              <a:sym typeface="Arial"/>
            </a:endParaRPr>
          </a:p>
        </p:txBody>
      </p:sp>
      <p:sp>
        <p:nvSpPr>
          <p:cNvPr id="95" name="Google Shape;95;p21"/>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21"/>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1"/>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21"/>
          <p:cNvSpPr/>
          <p:nvPr/>
        </p:nvSpPr>
        <p:spPr>
          <a:xfrm>
            <a:off x="616272" y="345595"/>
            <a:ext cx="355246" cy="326980"/>
          </a:xfrm>
          <a:custGeom>
            <a:rect b="b" l="l" r="r" t="t"/>
            <a:pathLst>
              <a:path extrusionOk="0" h="326980" w="355246">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 Do">
  <p:cSld name="I Do">
    <p:spTree>
      <p:nvGrpSpPr>
        <p:cNvPr id="99" name="Shape 99"/>
        <p:cNvGrpSpPr/>
        <p:nvPr/>
      </p:nvGrpSpPr>
      <p:grpSpPr>
        <a:xfrm>
          <a:off x="0" y="0"/>
          <a:ext cx="0" cy="0"/>
          <a:chOff x="0" y="0"/>
          <a:chExt cx="0" cy="0"/>
        </a:xfrm>
      </p:grpSpPr>
      <p:sp>
        <p:nvSpPr>
          <p:cNvPr id="100" name="Google Shape;100;p22"/>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 name="Google Shape;101;p22"/>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I Do</a:t>
            </a:r>
            <a:endParaRPr b="1" sz="3000">
              <a:solidFill>
                <a:schemeClr val="lt1"/>
              </a:solidFill>
              <a:latin typeface="Arial"/>
              <a:ea typeface="Arial"/>
              <a:cs typeface="Arial"/>
              <a:sym typeface="Arial"/>
            </a:endParaRPr>
          </a:p>
        </p:txBody>
      </p:sp>
      <p:sp>
        <p:nvSpPr>
          <p:cNvPr id="102" name="Google Shape;102;p22"/>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22"/>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2"/>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22"/>
          <p:cNvSpPr/>
          <p:nvPr/>
        </p:nvSpPr>
        <p:spPr>
          <a:xfrm>
            <a:off x="616272" y="345595"/>
            <a:ext cx="355246" cy="326980"/>
          </a:xfrm>
          <a:custGeom>
            <a:rect b="b" l="l" r="r" t="t"/>
            <a:pathLst>
              <a:path extrusionOk="0" h="326980" w="355246">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 Do">
  <p:cSld name="We Do">
    <p:spTree>
      <p:nvGrpSpPr>
        <p:cNvPr id="106" name="Shape 106"/>
        <p:cNvGrpSpPr/>
        <p:nvPr/>
      </p:nvGrpSpPr>
      <p:grpSpPr>
        <a:xfrm>
          <a:off x="0" y="0"/>
          <a:ext cx="0" cy="0"/>
          <a:chOff x="0" y="0"/>
          <a:chExt cx="0" cy="0"/>
        </a:xfrm>
      </p:grpSpPr>
      <p:sp>
        <p:nvSpPr>
          <p:cNvPr id="107" name="Google Shape;107;p23"/>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 name="Google Shape;108;p23"/>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We Do</a:t>
            </a:r>
            <a:endParaRPr b="1" sz="3000">
              <a:solidFill>
                <a:schemeClr val="lt1"/>
              </a:solidFill>
              <a:latin typeface="Arial"/>
              <a:ea typeface="Arial"/>
              <a:cs typeface="Arial"/>
              <a:sym typeface="Arial"/>
            </a:endParaRPr>
          </a:p>
        </p:txBody>
      </p:sp>
      <p:sp>
        <p:nvSpPr>
          <p:cNvPr id="109" name="Google Shape;109;p23"/>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23"/>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23"/>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3"/>
          <p:cNvSpPr/>
          <p:nvPr/>
        </p:nvSpPr>
        <p:spPr>
          <a:xfrm>
            <a:off x="616272" y="345595"/>
            <a:ext cx="355246" cy="326980"/>
          </a:xfrm>
          <a:custGeom>
            <a:rect b="b" l="l" r="r" t="t"/>
            <a:pathLst>
              <a:path extrusionOk="0" h="326980" w="355246">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ou Do">
  <p:cSld name="You Do">
    <p:spTree>
      <p:nvGrpSpPr>
        <p:cNvPr id="113" name="Shape 113"/>
        <p:cNvGrpSpPr/>
        <p:nvPr/>
      </p:nvGrpSpPr>
      <p:grpSpPr>
        <a:xfrm>
          <a:off x="0" y="0"/>
          <a:ext cx="0" cy="0"/>
          <a:chOff x="0" y="0"/>
          <a:chExt cx="0" cy="0"/>
        </a:xfrm>
      </p:grpSpPr>
      <p:sp>
        <p:nvSpPr>
          <p:cNvPr id="114" name="Google Shape;114;p24"/>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 name="Google Shape;115;p24"/>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You Do</a:t>
            </a:r>
            <a:endParaRPr b="1" sz="3000">
              <a:solidFill>
                <a:schemeClr val="lt1"/>
              </a:solidFill>
              <a:latin typeface="Arial"/>
              <a:ea typeface="Arial"/>
              <a:cs typeface="Arial"/>
              <a:sym typeface="Arial"/>
            </a:endParaRPr>
          </a:p>
        </p:txBody>
      </p:sp>
      <p:sp>
        <p:nvSpPr>
          <p:cNvPr id="116" name="Google Shape;116;p24"/>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 name="Google Shape;117;p24"/>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24"/>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24"/>
          <p:cNvSpPr/>
          <p:nvPr/>
        </p:nvSpPr>
        <p:spPr>
          <a:xfrm>
            <a:off x="616272" y="345595"/>
            <a:ext cx="355246" cy="326980"/>
          </a:xfrm>
          <a:custGeom>
            <a:rect b="b" l="l" r="r" t="t"/>
            <a:pathLst>
              <a:path extrusionOk="0" h="326980" w="355246">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firmative Checking">
  <p:cSld name="Affirmative Checking">
    <p:spTree>
      <p:nvGrpSpPr>
        <p:cNvPr id="120" name="Shape 120"/>
        <p:cNvGrpSpPr/>
        <p:nvPr/>
      </p:nvGrpSpPr>
      <p:grpSpPr>
        <a:xfrm>
          <a:off x="0" y="0"/>
          <a:ext cx="0" cy="0"/>
          <a:chOff x="0" y="0"/>
          <a:chExt cx="0" cy="0"/>
        </a:xfrm>
      </p:grpSpPr>
      <p:sp>
        <p:nvSpPr>
          <p:cNvPr id="121" name="Google Shape;121;p25"/>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 name="Google Shape;122;p25"/>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Affirmative Checking</a:t>
            </a:r>
            <a:endParaRPr b="1" sz="3000">
              <a:solidFill>
                <a:schemeClr val="lt1"/>
              </a:solidFill>
              <a:latin typeface="Arial"/>
              <a:ea typeface="Arial"/>
              <a:cs typeface="Arial"/>
              <a:sym typeface="Arial"/>
            </a:endParaRPr>
          </a:p>
        </p:txBody>
      </p:sp>
      <p:sp>
        <p:nvSpPr>
          <p:cNvPr id="123" name="Google Shape;123;p25"/>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25"/>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25"/>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25"/>
          <p:cNvSpPr/>
          <p:nvPr/>
        </p:nvSpPr>
        <p:spPr>
          <a:xfrm>
            <a:off x="634795" y="345953"/>
            <a:ext cx="318201" cy="318201"/>
          </a:xfrm>
          <a:custGeom>
            <a:rect b="b" l="l" r="r" t="t"/>
            <a:pathLst>
              <a:path extrusionOk="0" h="318201" w="318201">
                <a:moveTo>
                  <a:pt x="226197" y="159101"/>
                </a:moveTo>
                <a:cubicBezTo>
                  <a:pt x="226197" y="196207"/>
                  <a:pt x="196207" y="226197"/>
                  <a:pt x="159101" y="226197"/>
                </a:cubicBezTo>
                <a:cubicBezTo>
                  <a:pt x="121994" y="226197"/>
                  <a:pt x="92004" y="196207"/>
                  <a:pt x="92004" y="159101"/>
                </a:cubicBezTo>
                <a:cubicBezTo>
                  <a:pt x="92004" y="121994"/>
                  <a:pt x="121994" y="92004"/>
                  <a:pt x="159101" y="92004"/>
                </a:cubicBezTo>
                <a:cubicBezTo>
                  <a:pt x="196207" y="92004"/>
                  <a:pt x="226197" y="121994"/>
                  <a:pt x="226197" y="159101"/>
                </a:cubicBezTo>
                <a:close/>
                <a:moveTo>
                  <a:pt x="271564" y="46637"/>
                </a:moveTo>
                <a:lnTo>
                  <a:pt x="250469" y="45494"/>
                </a:lnTo>
                <a:moveTo>
                  <a:pt x="271564" y="46637"/>
                </a:moveTo>
                <a:lnTo>
                  <a:pt x="272707" y="67732"/>
                </a:lnTo>
                <a:moveTo>
                  <a:pt x="271564" y="46637"/>
                </a:moveTo>
                <a:lnTo>
                  <a:pt x="241319" y="76882"/>
                </a:lnTo>
                <a:moveTo>
                  <a:pt x="271564" y="271564"/>
                </a:moveTo>
                <a:lnTo>
                  <a:pt x="272707" y="250469"/>
                </a:lnTo>
                <a:moveTo>
                  <a:pt x="271564" y="271564"/>
                </a:moveTo>
                <a:lnTo>
                  <a:pt x="250469" y="272707"/>
                </a:lnTo>
                <a:moveTo>
                  <a:pt x="271564" y="271564"/>
                </a:moveTo>
                <a:lnTo>
                  <a:pt x="241319" y="241319"/>
                </a:lnTo>
                <a:moveTo>
                  <a:pt x="46637" y="46637"/>
                </a:moveTo>
                <a:lnTo>
                  <a:pt x="45494" y="67732"/>
                </a:lnTo>
                <a:moveTo>
                  <a:pt x="46637" y="46637"/>
                </a:moveTo>
                <a:lnTo>
                  <a:pt x="67732" y="45494"/>
                </a:lnTo>
                <a:moveTo>
                  <a:pt x="46637" y="46637"/>
                </a:moveTo>
                <a:lnTo>
                  <a:pt x="76882" y="76882"/>
                </a:lnTo>
                <a:moveTo>
                  <a:pt x="318201" y="159101"/>
                </a:moveTo>
                <a:lnTo>
                  <a:pt x="304096" y="143343"/>
                </a:lnTo>
                <a:moveTo>
                  <a:pt x="318201" y="159101"/>
                </a:moveTo>
                <a:lnTo>
                  <a:pt x="304096" y="174858"/>
                </a:lnTo>
                <a:moveTo>
                  <a:pt x="318201" y="159101"/>
                </a:moveTo>
                <a:lnTo>
                  <a:pt x="275376" y="159101"/>
                </a:lnTo>
                <a:moveTo>
                  <a:pt x="0" y="159101"/>
                </a:moveTo>
                <a:lnTo>
                  <a:pt x="14106" y="174858"/>
                </a:lnTo>
                <a:moveTo>
                  <a:pt x="0" y="159101"/>
                </a:moveTo>
                <a:lnTo>
                  <a:pt x="14106" y="143343"/>
                </a:lnTo>
                <a:moveTo>
                  <a:pt x="0" y="159101"/>
                </a:moveTo>
                <a:lnTo>
                  <a:pt x="42825" y="159101"/>
                </a:lnTo>
                <a:moveTo>
                  <a:pt x="159101" y="60489"/>
                </a:moveTo>
                <a:cubicBezTo>
                  <a:pt x="104584" y="60489"/>
                  <a:pt x="60489" y="104584"/>
                  <a:pt x="60489" y="159101"/>
                </a:cubicBezTo>
                <a:cubicBezTo>
                  <a:pt x="60489" y="177908"/>
                  <a:pt x="65699" y="195445"/>
                  <a:pt x="74848" y="210440"/>
                </a:cubicBezTo>
                <a:lnTo>
                  <a:pt x="6989" y="278299"/>
                </a:lnTo>
                <a:cubicBezTo>
                  <a:pt x="-2160" y="287448"/>
                  <a:pt x="-2160" y="302189"/>
                  <a:pt x="6989" y="311339"/>
                </a:cubicBezTo>
                <a:cubicBezTo>
                  <a:pt x="11564" y="315914"/>
                  <a:pt x="17537" y="318201"/>
                  <a:pt x="23509" y="318201"/>
                </a:cubicBezTo>
                <a:cubicBezTo>
                  <a:pt x="29482" y="318201"/>
                  <a:pt x="35455" y="315914"/>
                  <a:pt x="40029" y="311339"/>
                </a:cubicBezTo>
                <a:lnTo>
                  <a:pt x="107888" y="243480"/>
                </a:lnTo>
                <a:cubicBezTo>
                  <a:pt x="122756" y="252502"/>
                  <a:pt x="140293" y="257712"/>
                  <a:pt x="158973" y="257712"/>
                </a:cubicBezTo>
                <a:cubicBezTo>
                  <a:pt x="213490" y="257712"/>
                  <a:pt x="257585" y="213617"/>
                  <a:pt x="257585" y="159101"/>
                </a:cubicBezTo>
                <a:cubicBezTo>
                  <a:pt x="257585" y="104584"/>
                  <a:pt x="213490" y="60489"/>
                  <a:pt x="158973" y="60489"/>
                </a:cubicBezTo>
                <a:close/>
                <a:moveTo>
                  <a:pt x="159101" y="318201"/>
                </a:moveTo>
                <a:lnTo>
                  <a:pt x="174858" y="304096"/>
                </a:lnTo>
                <a:moveTo>
                  <a:pt x="159101" y="318201"/>
                </a:moveTo>
                <a:lnTo>
                  <a:pt x="143343" y="304096"/>
                </a:lnTo>
                <a:moveTo>
                  <a:pt x="159101" y="318201"/>
                </a:moveTo>
                <a:lnTo>
                  <a:pt x="159101" y="275376"/>
                </a:lnTo>
                <a:moveTo>
                  <a:pt x="159101" y="0"/>
                </a:moveTo>
                <a:lnTo>
                  <a:pt x="143343" y="14106"/>
                </a:lnTo>
                <a:moveTo>
                  <a:pt x="159101" y="0"/>
                </a:moveTo>
                <a:lnTo>
                  <a:pt x="174858" y="14106"/>
                </a:lnTo>
                <a:moveTo>
                  <a:pt x="159101" y="0"/>
                </a:moveTo>
                <a:lnTo>
                  <a:pt x="159101" y="42825"/>
                </a:ln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s">
  <p:cSld name="Exit Tickets">
    <p:spTree>
      <p:nvGrpSpPr>
        <p:cNvPr id="127" name="Shape 127"/>
        <p:cNvGrpSpPr/>
        <p:nvPr/>
      </p:nvGrpSpPr>
      <p:grpSpPr>
        <a:xfrm>
          <a:off x="0" y="0"/>
          <a:ext cx="0" cy="0"/>
          <a:chOff x="0" y="0"/>
          <a:chExt cx="0" cy="0"/>
        </a:xfrm>
      </p:grpSpPr>
      <p:sp>
        <p:nvSpPr>
          <p:cNvPr id="128" name="Google Shape;128;p26"/>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 name="Google Shape;129;p26"/>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Exit Ticket </a:t>
            </a:r>
            <a:endParaRPr b="1" sz="3000">
              <a:solidFill>
                <a:schemeClr val="lt1"/>
              </a:solidFill>
              <a:latin typeface="Arial"/>
              <a:ea typeface="Arial"/>
              <a:cs typeface="Arial"/>
              <a:sym typeface="Arial"/>
            </a:endParaRPr>
          </a:p>
        </p:txBody>
      </p:sp>
      <p:sp>
        <p:nvSpPr>
          <p:cNvPr id="130" name="Google Shape;130;p26"/>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26"/>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26"/>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26"/>
          <p:cNvSpPr/>
          <p:nvPr/>
        </p:nvSpPr>
        <p:spPr>
          <a:xfrm>
            <a:off x="634460" y="356244"/>
            <a:ext cx="296955" cy="280743"/>
          </a:xfrm>
          <a:custGeom>
            <a:rect b="b" l="l" r="r" t="t"/>
            <a:pathLst>
              <a:path extrusionOk="0" h="280743" w="296955">
                <a:moveTo>
                  <a:pt x="214275" y="163256"/>
                </a:moveTo>
                <a:lnTo>
                  <a:pt x="214275" y="165454"/>
                </a:lnTo>
                <a:moveTo>
                  <a:pt x="274484" y="221999"/>
                </a:moveTo>
                <a:cubicBezTo>
                  <a:pt x="274484" y="212107"/>
                  <a:pt x="284499" y="204046"/>
                  <a:pt x="296956" y="204046"/>
                </a:cubicBezTo>
                <a:lnTo>
                  <a:pt x="296956" y="177545"/>
                </a:lnTo>
                <a:cubicBezTo>
                  <a:pt x="296956" y="169606"/>
                  <a:pt x="288895" y="163256"/>
                  <a:pt x="279125" y="163256"/>
                </a:cubicBezTo>
                <a:lnTo>
                  <a:pt x="37432" y="163256"/>
                </a:lnTo>
                <a:cubicBezTo>
                  <a:pt x="27540" y="163256"/>
                  <a:pt x="19602" y="169606"/>
                  <a:pt x="19602" y="177545"/>
                </a:cubicBezTo>
                <a:lnTo>
                  <a:pt x="19602" y="204046"/>
                </a:lnTo>
                <a:cubicBezTo>
                  <a:pt x="32059" y="204046"/>
                  <a:pt x="42073" y="212107"/>
                  <a:pt x="42073" y="221999"/>
                </a:cubicBezTo>
                <a:cubicBezTo>
                  <a:pt x="42073" y="231892"/>
                  <a:pt x="32059" y="239952"/>
                  <a:pt x="19602" y="239952"/>
                </a:cubicBezTo>
                <a:lnTo>
                  <a:pt x="19602" y="266454"/>
                </a:lnTo>
                <a:cubicBezTo>
                  <a:pt x="19602" y="274393"/>
                  <a:pt x="27662" y="280743"/>
                  <a:pt x="37432" y="280743"/>
                </a:cubicBezTo>
                <a:lnTo>
                  <a:pt x="279125" y="280743"/>
                </a:lnTo>
                <a:cubicBezTo>
                  <a:pt x="289018" y="280743"/>
                  <a:pt x="296956" y="274393"/>
                  <a:pt x="296956" y="266454"/>
                </a:cubicBezTo>
                <a:lnTo>
                  <a:pt x="296956" y="239952"/>
                </a:lnTo>
                <a:cubicBezTo>
                  <a:pt x="284499" y="239952"/>
                  <a:pt x="274484" y="231892"/>
                  <a:pt x="274484" y="221999"/>
                </a:cubicBezTo>
                <a:close/>
                <a:moveTo>
                  <a:pt x="213420" y="169973"/>
                </a:moveTo>
                <a:lnTo>
                  <a:pt x="213420" y="278179"/>
                </a:lnTo>
                <a:moveTo>
                  <a:pt x="5313" y="174247"/>
                </a:moveTo>
                <a:cubicBezTo>
                  <a:pt x="-1771" y="181086"/>
                  <a:pt x="-1771" y="192322"/>
                  <a:pt x="5313" y="199283"/>
                </a:cubicBezTo>
                <a:lnTo>
                  <a:pt x="23754" y="217603"/>
                </a:lnTo>
                <a:moveTo>
                  <a:pt x="255676" y="134677"/>
                </a:moveTo>
                <a:lnTo>
                  <a:pt x="281934" y="109030"/>
                </a:lnTo>
                <a:cubicBezTo>
                  <a:pt x="289018" y="102069"/>
                  <a:pt x="289018" y="90833"/>
                  <a:pt x="282056" y="83872"/>
                </a:cubicBezTo>
                <a:lnTo>
                  <a:pt x="258608" y="60423"/>
                </a:lnTo>
                <a:cubicBezTo>
                  <a:pt x="249692" y="69094"/>
                  <a:pt x="235403" y="69094"/>
                  <a:pt x="226610" y="60301"/>
                </a:cubicBezTo>
                <a:cubicBezTo>
                  <a:pt x="217817" y="51508"/>
                  <a:pt x="217939" y="37341"/>
                  <a:pt x="226732" y="28670"/>
                </a:cubicBezTo>
                <a:lnTo>
                  <a:pt x="203283" y="5221"/>
                </a:lnTo>
                <a:cubicBezTo>
                  <a:pt x="196322" y="-1740"/>
                  <a:pt x="184964" y="-1740"/>
                  <a:pt x="177880" y="5221"/>
                </a:cubicBezTo>
                <a:lnTo>
                  <a:pt x="45615" y="134677"/>
                </a:lnTo>
                <a:moveTo>
                  <a:pt x="151256" y="54317"/>
                </a:moveTo>
                <a:lnTo>
                  <a:pt x="222580" y="123442"/>
                </a:lnTo>
              </a:path>
            </a:pathLst>
          </a:custGeom>
          <a:noFill/>
          <a:ln cap="rnd" cmpd="sng" w="12700">
            <a:solidFill>
              <a:srgbClr val="6A13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Empty">
    <p:spTree>
      <p:nvGrpSpPr>
        <p:cNvPr id="134" name="Shape 134"/>
        <p:cNvGrpSpPr/>
        <p:nvPr/>
      </p:nvGrpSpPr>
      <p:grpSpPr>
        <a:xfrm>
          <a:off x="0" y="0"/>
          <a:ext cx="0" cy="0"/>
          <a:chOff x="0" y="0"/>
          <a:chExt cx="0" cy="0"/>
        </a:xfrm>
      </p:grpSpPr>
      <p:sp>
        <p:nvSpPr>
          <p:cNvPr id="135" name="Google Shape;135;p27"/>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27"/>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Header">
  <p:cSld name="Empty with Header">
    <p:spTree>
      <p:nvGrpSpPr>
        <p:cNvPr id="137" name="Shape 137"/>
        <p:cNvGrpSpPr/>
        <p:nvPr/>
      </p:nvGrpSpPr>
      <p:grpSpPr>
        <a:xfrm>
          <a:off x="0" y="0"/>
          <a:ext cx="0" cy="0"/>
          <a:chOff x="0" y="0"/>
          <a:chExt cx="0" cy="0"/>
        </a:xfrm>
      </p:grpSpPr>
      <p:sp>
        <p:nvSpPr>
          <p:cNvPr id="138" name="Google Shape;138;p31"/>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31"/>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31"/>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1" name="Google Shape;141;p31"/>
          <p:cNvSpPr txBox="1"/>
          <p:nvPr>
            <p:ph idx="2" type="body"/>
          </p:nvPr>
        </p:nvSpPr>
        <p:spPr>
          <a:xfrm>
            <a:off x="552450" y="195979"/>
            <a:ext cx="5137150" cy="626479"/>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1">
                <a:solidFill>
                  <a:schemeClr val="lt1"/>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urn &amp; Talk">
  <p:cSld name="Turn &amp; Talk">
    <p:spTree>
      <p:nvGrpSpPr>
        <p:cNvPr id="142" name="Shape 142"/>
        <p:cNvGrpSpPr/>
        <p:nvPr/>
      </p:nvGrpSpPr>
      <p:grpSpPr>
        <a:xfrm>
          <a:off x="0" y="0"/>
          <a:ext cx="0" cy="0"/>
          <a:chOff x="0" y="0"/>
          <a:chExt cx="0" cy="0"/>
        </a:xfrm>
      </p:grpSpPr>
      <p:sp>
        <p:nvSpPr>
          <p:cNvPr id="143" name="Google Shape;143;p32"/>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4" name="Google Shape;144;p32"/>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Turn &amp; Talk</a:t>
            </a:r>
            <a:endParaRPr b="1" sz="3000">
              <a:solidFill>
                <a:schemeClr val="lt1"/>
              </a:solidFill>
              <a:latin typeface="Arial"/>
              <a:ea typeface="Arial"/>
              <a:cs typeface="Arial"/>
              <a:sym typeface="Arial"/>
            </a:endParaRPr>
          </a:p>
        </p:txBody>
      </p:sp>
      <p:sp>
        <p:nvSpPr>
          <p:cNvPr id="145" name="Google Shape;145;p32"/>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32"/>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2"/>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32"/>
          <p:cNvSpPr/>
          <p:nvPr/>
        </p:nvSpPr>
        <p:spPr>
          <a:xfrm>
            <a:off x="648140" y="351526"/>
            <a:ext cx="312610" cy="307055"/>
          </a:xfrm>
          <a:custGeom>
            <a:rect b="b" l="l" r="r" t="t"/>
            <a:pathLst>
              <a:path extrusionOk="0" h="261620" w="266352">
                <a:moveTo>
                  <a:pt x="67136" y="261620"/>
                </a:moveTo>
                <a:lnTo>
                  <a:pt x="67136" y="241300"/>
                </a:lnTo>
                <a:cubicBezTo>
                  <a:pt x="67136" y="241300"/>
                  <a:pt x="86186" y="246380"/>
                  <a:pt x="95076" y="243840"/>
                </a:cubicBezTo>
                <a:cubicBezTo>
                  <a:pt x="101426" y="242570"/>
                  <a:pt x="102696" y="236220"/>
                  <a:pt x="101426" y="233680"/>
                </a:cubicBezTo>
                <a:cubicBezTo>
                  <a:pt x="101426" y="232410"/>
                  <a:pt x="101426" y="231140"/>
                  <a:pt x="101426" y="229870"/>
                </a:cubicBezTo>
                <a:lnTo>
                  <a:pt x="103966" y="229870"/>
                </a:lnTo>
                <a:cubicBezTo>
                  <a:pt x="103966" y="227330"/>
                  <a:pt x="103966" y="227330"/>
                  <a:pt x="103966" y="227330"/>
                </a:cubicBezTo>
                <a:cubicBezTo>
                  <a:pt x="103966" y="226060"/>
                  <a:pt x="101426" y="224790"/>
                  <a:pt x="101426" y="223520"/>
                </a:cubicBezTo>
                <a:cubicBezTo>
                  <a:pt x="101426" y="223520"/>
                  <a:pt x="105236" y="222250"/>
                  <a:pt x="105236" y="219710"/>
                </a:cubicBezTo>
                <a:cubicBezTo>
                  <a:pt x="105236" y="219710"/>
                  <a:pt x="105236" y="219710"/>
                  <a:pt x="105236" y="218440"/>
                </a:cubicBezTo>
                <a:lnTo>
                  <a:pt x="105236" y="215900"/>
                </a:lnTo>
                <a:cubicBezTo>
                  <a:pt x="102696" y="215900"/>
                  <a:pt x="102696" y="212090"/>
                  <a:pt x="102696" y="212090"/>
                </a:cubicBezTo>
                <a:cubicBezTo>
                  <a:pt x="102696" y="212090"/>
                  <a:pt x="102696" y="212090"/>
                  <a:pt x="102696" y="210820"/>
                </a:cubicBezTo>
                <a:cubicBezTo>
                  <a:pt x="105236" y="210820"/>
                  <a:pt x="107776" y="210820"/>
                  <a:pt x="110316" y="209550"/>
                </a:cubicBezTo>
                <a:cubicBezTo>
                  <a:pt x="112856" y="209550"/>
                  <a:pt x="115396" y="205740"/>
                  <a:pt x="114126" y="203200"/>
                </a:cubicBezTo>
                <a:lnTo>
                  <a:pt x="102696" y="189230"/>
                </a:lnTo>
                <a:cubicBezTo>
                  <a:pt x="102696" y="189230"/>
                  <a:pt x="102696" y="187960"/>
                  <a:pt x="102696" y="186690"/>
                </a:cubicBezTo>
                <a:lnTo>
                  <a:pt x="102696" y="186690"/>
                </a:lnTo>
                <a:cubicBezTo>
                  <a:pt x="102696" y="186690"/>
                  <a:pt x="102696" y="184150"/>
                  <a:pt x="102696" y="182880"/>
                </a:cubicBezTo>
                <a:cubicBezTo>
                  <a:pt x="106506" y="176530"/>
                  <a:pt x="105236" y="171450"/>
                  <a:pt x="103966" y="168910"/>
                </a:cubicBezTo>
                <a:cubicBezTo>
                  <a:pt x="89996" y="102870"/>
                  <a:pt x="-11604" y="110490"/>
                  <a:pt x="1096" y="187960"/>
                </a:cubicBezTo>
                <a:cubicBezTo>
                  <a:pt x="2366" y="198120"/>
                  <a:pt x="12526" y="204470"/>
                  <a:pt x="12526" y="218440"/>
                </a:cubicBezTo>
                <a:cubicBezTo>
                  <a:pt x="12526" y="236220"/>
                  <a:pt x="8716" y="261620"/>
                  <a:pt x="8716" y="261620"/>
                </a:cubicBezTo>
                <a:moveTo>
                  <a:pt x="199216" y="261620"/>
                </a:moveTo>
                <a:lnTo>
                  <a:pt x="199216" y="241300"/>
                </a:lnTo>
                <a:cubicBezTo>
                  <a:pt x="199216" y="241300"/>
                  <a:pt x="180166" y="246380"/>
                  <a:pt x="171276" y="243840"/>
                </a:cubicBezTo>
                <a:cubicBezTo>
                  <a:pt x="164926" y="242570"/>
                  <a:pt x="163656" y="236220"/>
                  <a:pt x="164926" y="233680"/>
                </a:cubicBezTo>
                <a:cubicBezTo>
                  <a:pt x="164926" y="232410"/>
                  <a:pt x="164926" y="231140"/>
                  <a:pt x="164926" y="229870"/>
                </a:cubicBezTo>
                <a:lnTo>
                  <a:pt x="162386" y="229870"/>
                </a:lnTo>
                <a:cubicBezTo>
                  <a:pt x="162386" y="227330"/>
                  <a:pt x="162386" y="227330"/>
                  <a:pt x="162386" y="227330"/>
                </a:cubicBezTo>
                <a:cubicBezTo>
                  <a:pt x="162386" y="226060"/>
                  <a:pt x="164926" y="224790"/>
                  <a:pt x="164926" y="223520"/>
                </a:cubicBezTo>
                <a:cubicBezTo>
                  <a:pt x="164926" y="223520"/>
                  <a:pt x="161116" y="222250"/>
                  <a:pt x="161116" y="219710"/>
                </a:cubicBezTo>
                <a:cubicBezTo>
                  <a:pt x="161116" y="219710"/>
                  <a:pt x="161116" y="219710"/>
                  <a:pt x="161116" y="218440"/>
                </a:cubicBezTo>
                <a:lnTo>
                  <a:pt x="161116" y="215900"/>
                </a:lnTo>
                <a:cubicBezTo>
                  <a:pt x="163656" y="215900"/>
                  <a:pt x="163656" y="212090"/>
                  <a:pt x="163656" y="212090"/>
                </a:cubicBezTo>
                <a:cubicBezTo>
                  <a:pt x="163656" y="212090"/>
                  <a:pt x="163656" y="212090"/>
                  <a:pt x="163656" y="210820"/>
                </a:cubicBezTo>
                <a:cubicBezTo>
                  <a:pt x="161116" y="210820"/>
                  <a:pt x="158576" y="210820"/>
                  <a:pt x="156036" y="209550"/>
                </a:cubicBezTo>
                <a:cubicBezTo>
                  <a:pt x="153496" y="209550"/>
                  <a:pt x="150956" y="205740"/>
                  <a:pt x="152226" y="203200"/>
                </a:cubicBezTo>
                <a:lnTo>
                  <a:pt x="163656" y="189230"/>
                </a:lnTo>
                <a:cubicBezTo>
                  <a:pt x="163656" y="189230"/>
                  <a:pt x="163656" y="187960"/>
                  <a:pt x="163656" y="186690"/>
                </a:cubicBezTo>
                <a:lnTo>
                  <a:pt x="163656" y="186690"/>
                </a:lnTo>
                <a:cubicBezTo>
                  <a:pt x="163656" y="186690"/>
                  <a:pt x="163656" y="184150"/>
                  <a:pt x="163656" y="182880"/>
                </a:cubicBezTo>
                <a:cubicBezTo>
                  <a:pt x="159846" y="176530"/>
                  <a:pt x="161116" y="171450"/>
                  <a:pt x="162386" y="168910"/>
                </a:cubicBezTo>
                <a:cubicBezTo>
                  <a:pt x="176356" y="102870"/>
                  <a:pt x="277956" y="110490"/>
                  <a:pt x="265256" y="187960"/>
                </a:cubicBezTo>
                <a:cubicBezTo>
                  <a:pt x="263986" y="198120"/>
                  <a:pt x="253826" y="204470"/>
                  <a:pt x="253826" y="218440"/>
                </a:cubicBezTo>
                <a:cubicBezTo>
                  <a:pt x="253826" y="236220"/>
                  <a:pt x="257636" y="261620"/>
                  <a:pt x="257636" y="261620"/>
                </a:cubicBezTo>
                <a:moveTo>
                  <a:pt x="140796" y="97790"/>
                </a:moveTo>
                <a:cubicBezTo>
                  <a:pt x="147146" y="100330"/>
                  <a:pt x="156036" y="102870"/>
                  <a:pt x="163656" y="102870"/>
                </a:cubicBezTo>
                <a:cubicBezTo>
                  <a:pt x="171276" y="102870"/>
                  <a:pt x="182706" y="100330"/>
                  <a:pt x="190326" y="95250"/>
                </a:cubicBezTo>
                <a:lnTo>
                  <a:pt x="190326" y="95250"/>
                </a:lnTo>
                <a:cubicBezTo>
                  <a:pt x="190326" y="95250"/>
                  <a:pt x="215726" y="101600"/>
                  <a:pt x="215726" y="101600"/>
                </a:cubicBezTo>
                <a:lnTo>
                  <a:pt x="210646" y="74930"/>
                </a:lnTo>
                <a:lnTo>
                  <a:pt x="210646" y="74930"/>
                </a:lnTo>
                <a:cubicBezTo>
                  <a:pt x="214456" y="67310"/>
                  <a:pt x="216996" y="59690"/>
                  <a:pt x="216996" y="50800"/>
                </a:cubicBezTo>
                <a:cubicBezTo>
                  <a:pt x="216996" y="22860"/>
                  <a:pt x="192866" y="0"/>
                  <a:pt x="163656" y="0"/>
                </a:cubicBezTo>
                <a:cubicBezTo>
                  <a:pt x="134446" y="0"/>
                  <a:pt x="149686" y="0"/>
                  <a:pt x="144606" y="3810"/>
                </a:cubicBezTo>
                <a:cubicBezTo>
                  <a:pt x="143336" y="3810"/>
                  <a:pt x="142066" y="3810"/>
                  <a:pt x="142066" y="3810"/>
                </a:cubicBezTo>
                <a:moveTo>
                  <a:pt x="55706" y="74930"/>
                </a:moveTo>
                <a:cubicBezTo>
                  <a:pt x="51896" y="67310"/>
                  <a:pt x="49356" y="59690"/>
                  <a:pt x="49356" y="50800"/>
                </a:cubicBezTo>
                <a:cubicBezTo>
                  <a:pt x="49356" y="22860"/>
                  <a:pt x="73486" y="0"/>
                  <a:pt x="102696" y="0"/>
                </a:cubicBezTo>
                <a:cubicBezTo>
                  <a:pt x="131906" y="0"/>
                  <a:pt x="156036" y="22860"/>
                  <a:pt x="156036" y="50800"/>
                </a:cubicBezTo>
                <a:cubicBezTo>
                  <a:pt x="156036" y="78740"/>
                  <a:pt x="131906" y="101600"/>
                  <a:pt x="102696" y="101600"/>
                </a:cubicBezTo>
                <a:cubicBezTo>
                  <a:pt x="73486" y="101600"/>
                  <a:pt x="83646" y="99060"/>
                  <a:pt x="76026" y="93980"/>
                </a:cubicBezTo>
                <a:lnTo>
                  <a:pt x="76026" y="93980"/>
                </a:lnTo>
                <a:cubicBezTo>
                  <a:pt x="76026" y="93980"/>
                  <a:pt x="50626" y="100330"/>
                  <a:pt x="50626" y="100330"/>
                </a:cubicBezTo>
                <a:lnTo>
                  <a:pt x="55706" y="73660"/>
                </a:lnTo>
                <a:lnTo>
                  <a:pt x="55706" y="73660"/>
                </a:lnTo>
                <a:close/>
              </a:path>
            </a:pathLst>
          </a:custGeom>
          <a:noFill/>
          <a:ln cap="rnd" cmpd="sng" w="12700">
            <a:solidFill>
              <a:srgbClr val="085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w Call">
  <p:cSld name="Show Call">
    <p:spTree>
      <p:nvGrpSpPr>
        <p:cNvPr id="149" name="Shape 149"/>
        <p:cNvGrpSpPr/>
        <p:nvPr/>
      </p:nvGrpSpPr>
      <p:grpSpPr>
        <a:xfrm>
          <a:off x="0" y="0"/>
          <a:ext cx="0" cy="0"/>
          <a:chOff x="0" y="0"/>
          <a:chExt cx="0" cy="0"/>
        </a:xfrm>
      </p:grpSpPr>
      <p:sp>
        <p:nvSpPr>
          <p:cNvPr id="150" name="Google Shape;150;p33"/>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 name="Google Shape;151;p33"/>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Show Call</a:t>
            </a:r>
            <a:endParaRPr b="1" sz="3000">
              <a:solidFill>
                <a:schemeClr val="lt1"/>
              </a:solidFill>
              <a:latin typeface="Arial"/>
              <a:ea typeface="Arial"/>
              <a:cs typeface="Arial"/>
              <a:sym typeface="Arial"/>
            </a:endParaRPr>
          </a:p>
        </p:txBody>
      </p:sp>
      <p:sp>
        <p:nvSpPr>
          <p:cNvPr id="152" name="Google Shape;152;p33"/>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 name="Google Shape;153;p33"/>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33"/>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33"/>
          <p:cNvSpPr/>
          <p:nvPr/>
        </p:nvSpPr>
        <p:spPr>
          <a:xfrm>
            <a:off x="648566" y="374914"/>
            <a:ext cx="290660" cy="290659"/>
          </a:xfrm>
          <a:custGeom>
            <a:rect b="b" l="l" r="r" t="t"/>
            <a:pathLst>
              <a:path extrusionOk="0" h="247650" w="247650">
                <a:moveTo>
                  <a:pt x="210821" y="165100"/>
                </a:moveTo>
                <a:lnTo>
                  <a:pt x="247650" y="173990"/>
                </a:lnTo>
                <a:moveTo>
                  <a:pt x="154940" y="210820"/>
                </a:moveTo>
                <a:lnTo>
                  <a:pt x="163830" y="247650"/>
                </a:lnTo>
                <a:moveTo>
                  <a:pt x="182880" y="193040"/>
                </a:moveTo>
                <a:lnTo>
                  <a:pt x="246380" y="247650"/>
                </a:lnTo>
                <a:moveTo>
                  <a:pt x="54611" y="82550"/>
                </a:moveTo>
                <a:lnTo>
                  <a:pt x="26670" y="82550"/>
                </a:lnTo>
                <a:lnTo>
                  <a:pt x="26670" y="0"/>
                </a:lnTo>
                <a:lnTo>
                  <a:pt x="54611" y="0"/>
                </a:lnTo>
                <a:lnTo>
                  <a:pt x="54611" y="82550"/>
                </a:lnTo>
                <a:close/>
                <a:moveTo>
                  <a:pt x="171450" y="129540"/>
                </a:moveTo>
                <a:cubicBezTo>
                  <a:pt x="185421" y="143510"/>
                  <a:pt x="185421" y="166370"/>
                  <a:pt x="171450" y="181610"/>
                </a:cubicBezTo>
                <a:cubicBezTo>
                  <a:pt x="157480" y="195580"/>
                  <a:pt x="134620" y="195580"/>
                  <a:pt x="119380" y="181610"/>
                </a:cubicBezTo>
                <a:moveTo>
                  <a:pt x="200661" y="100330"/>
                </a:moveTo>
                <a:lnTo>
                  <a:pt x="91440" y="210820"/>
                </a:lnTo>
                <a:lnTo>
                  <a:pt x="64770" y="146050"/>
                </a:lnTo>
                <a:lnTo>
                  <a:pt x="135890" y="74930"/>
                </a:lnTo>
                <a:lnTo>
                  <a:pt x="200661" y="100330"/>
                </a:lnTo>
                <a:close/>
                <a:moveTo>
                  <a:pt x="54611" y="26670"/>
                </a:moveTo>
                <a:lnTo>
                  <a:pt x="71120" y="10160"/>
                </a:lnTo>
                <a:lnTo>
                  <a:pt x="135890" y="74930"/>
                </a:lnTo>
                <a:lnTo>
                  <a:pt x="64770" y="146050"/>
                </a:lnTo>
                <a:lnTo>
                  <a:pt x="0" y="81280"/>
                </a:lnTo>
                <a:lnTo>
                  <a:pt x="27940" y="53340"/>
                </a:lnTo>
              </a:path>
            </a:pathLst>
          </a:custGeom>
          <a:noFill/>
          <a:ln cap="rnd" cmpd="sng" w="12700">
            <a:solidFill>
              <a:srgbClr val="085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w Me">
  <p:cSld name="Show Me">
    <p:spTree>
      <p:nvGrpSpPr>
        <p:cNvPr id="156" name="Shape 156"/>
        <p:cNvGrpSpPr/>
        <p:nvPr/>
      </p:nvGrpSpPr>
      <p:grpSpPr>
        <a:xfrm>
          <a:off x="0" y="0"/>
          <a:ext cx="0" cy="0"/>
          <a:chOff x="0" y="0"/>
          <a:chExt cx="0" cy="0"/>
        </a:xfrm>
      </p:grpSpPr>
      <p:sp>
        <p:nvSpPr>
          <p:cNvPr id="157" name="Google Shape;157;p34"/>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 name="Google Shape;158;p34"/>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Show Me</a:t>
            </a:r>
            <a:endParaRPr b="1" sz="3000">
              <a:solidFill>
                <a:schemeClr val="lt1"/>
              </a:solidFill>
              <a:latin typeface="Arial"/>
              <a:ea typeface="Arial"/>
              <a:cs typeface="Arial"/>
              <a:sym typeface="Arial"/>
            </a:endParaRPr>
          </a:p>
        </p:txBody>
      </p:sp>
      <p:sp>
        <p:nvSpPr>
          <p:cNvPr id="159" name="Google Shape;159;p34"/>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 name="Google Shape;160;p34"/>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34"/>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34"/>
          <p:cNvSpPr/>
          <p:nvPr/>
        </p:nvSpPr>
        <p:spPr>
          <a:xfrm>
            <a:off x="635539" y="343251"/>
            <a:ext cx="316714" cy="323605"/>
          </a:xfrm>
          <a:custGeom>
            <a:rect b="b" l="l" r="r" t="t"/>
            <a:pathLst>
              <a:path extrusionOk="0" h="251914" w="246549">
                <a:moveTo>
                  <a:pt x="93111" y="172747"/>
                </a:moveTo>
                <a:cubicBezTo>
                  <a:pt x="93111" y="164793"/>
                  <a:pt x="99474" y="158803"/>
                  <a:pt x="106774" y="158803"/>
                </a:cubicBezTo>
                <a:cubicBezTo>
                  <a:pt x="114073" y="158803"/>
                  <a:pt x="120436" y="165822"/>
                  <a:pt x="120436" y="172747"/>
                </a:cubicBezTo>
                <a:lnTo>
                  <a:pt x="120436" y="177706"/>
                </a:lnTo>
                <a:cubicBezTo>
                  <a:pt x="120436" y="185661"/>
                  <a:pt x="114073" y="191650"/>
                  <a:pt x="106774" y="191650"/>
                </a:cubicBezTo>
                <a:cubicBezTo>
                  <a:pt x="99474" y="191650"/>
                  <a:pt x="93111" y="184631"/>
                  <a:pt x="93111" y="177706"/>
                </a:cubicBezTo>
                <a:lnTo>
                  <a:pt x="93111" y="172747"/>
                </a:lnTo>
                <a:close/>
                <a:moveTo>
                  <a:pt x="142427" y="251915"/>
                </a:moveTo>
                <a:lnTo>
                  <a:pt x="142427" y="235445"/>
                </a:lnTo>
                <a:cubicBezTo>
                  <a:pt x="142427" y="223373"/>
                  <a:pt x="134005" y="216822"/>
                  <a:pt x="122308" y="216822"/>
                </a:cubicBezTo>
                <a:lnTo>
                  <a:pt x="93766" y="216822"/>
                </a:lnTo>
                <a:cubicBezTo>
                  <a:pt x="93766" y="216822"/>
                  <a:pt x="86373" y="213547"/>
                  <a:pt x="75799" y="205874"/>
                </a:cubicBezTo>
                <a:cubicBezTo>
                  <a:pt x="65225" y="198200"/>
                  <a:pt x="44076" y="175180"/>
                  <a:pt x="44076" y="175180"/>
                </a:cubicBezTo>
                <a:cubicBezTo>
                  <a:pt x="35654" y="183976"/>
                  <a:pt x="36683" y="191650"/>
                  <a:pt x="46228" y="203628"/>
                </a:cubicBezTo>
                <a:lnTo>
                  <a:pt x="72711" y="236474"/>
                </a:lnTo>
                <a:lnTo>
                  <a:pt x="72711" y="251821"/>
                </a:lnTo>
                <a:moveTo>
                  <a:pt x="153376" y="177706"/>
                </a:moveTo>
                <a:cubicBezTo>
                  <a:pt x="153376" y="184725"/>
                  <a:pt x="159739" y="191650"/>
                  <a:pt x="167038" y="191650"/>
                </a:cubicBezTo>
                <a:cubicBezTo>
                  <a:pt x="174338" y="191650"/>
                  <a:pt x="180701" y="185661"/>
                  <a:pt x="180701" y="177706"/>
                </a:cubicBezTo>
                <a:lnTo>
                  <a:pt x="180701" y="172747"/>
                </a:lnTo>
                <a:cubicBezTo>
                  <a:pt x="180701" y="165728"/>
                  <a:pt x="174338" y="158803"/>
                  <a:pt x="167038" y="158803"/>
                </a:cubicBezTo>
                <a:cubicBezTo>
                  <a:pt x="159739" y="158803"/>
                  <a:pt x="153376" y="164793"/>
                  <a:pt x="153376" y="172747"/>
                </a:cubicBezTo>
                <a:lnTo>
                  <a:pt x="153376" y="177706"/>
                </a:lnTo>
                <a:close/>
                <a:moveTo>
                  <a:pt x="204751" y="251915"/>
                </a:moveTo>
                <a:lnTo>
                  <a:pt x="204751" y="234228"/>
                </a:lnTo>
                <a:cubicBezTo>
                  <a:pt x="204751" y="222063"/>
                  <a:pt x="195112" y="214389"/>
                  <a:pt x="183321" y="214389"/>
                </a:cubicBezTo>
                <a:lnTo>
                  <a:pt x="160862" y="214389"/>
                </a:lnTo>
                <a:moveTo>
                  <a:pt x="201569" y="199042"/>
                </a:moveTo>
                <a:lnTo>
                  <a:pt x="201569" y="163763"/>
                </a:lnTo>
                <a:lnTo>
                  <a:pt x="237971" y="118565"/>
                </a:lnTo>
                <a:cubicBezTo>
                  <a:pt x="247610" y="105370"/>
                  <a:pt x="249762" y="96480"/>
                  <a:pt x="241153" y="87683"/>
                </a:cubicBezTo>
                <a:lnTo>
                  <a:pt x="195112" y="132882"/>
                </a:lnTo>
                <a:lnTo>
                  <a:pt x="160862" y="132882"/>
                </a:lnTo>
                <a:lnTo>
                  <a:pt x="114821" y="87683"/>
                </a:lnTo>
                <a:cubicBezTo>
                  <a:pt x="106306" y="96480"/>
                  <a:pt x="108364" y="105370"/>
                  <a:pt x="118003" y="118565"/>
                </a:cubicBezTo>
                <a:lnTo>
                  <a:pt x="145796" y="152721"/>
                </a:lnTo>
                <a:moveTo>
                  <a:pt x="191743" y="87403"/>
                </a:moveTo>
                <a:cubicBezTo>
                  <a:pt x="191743" y="78138"/>
                  <a:pt x="185380" y="71120"/>
                  <a:pt x="178081" y="71120"/>
                </a:cubicBezTo>
                <a:cubicBezTo>
                  <a:pt x="170782" y="71120"/>
                  <a:pt x="164418" y="79261"/>
                  <a:pt x="164418" y="87403"/>
                </a:cubicBezTo>
                <a:lnTo>
                  <a:pt x="164418" y="93205"/>
                </a:lnTo>
                <a:cubicBezTo>
                  <a:pt x="164418" y="102469"/>
                  <a:pt x="170782" y="109487"/>
                  <a:pt x="178081" y="109487"/>
                </a:cubicBezTo>
                <a:cubicBezTo>
                  <a:pt x="185380" y="109487"/>
                  <a:pt x="191743" y="101346"/>
                  <a:pt x="191743" y="93205"/>
                </a:cubicBezTo>
                <a:lnTo>
                  <a:pt x="191743" y="87403"/>
                </a:lnTo>
                <a:close/>
                <a:moveTo>
                  <a:pt x="68874" y="93111"/>
                </a:moveTo>
                <a:lnTo>
                  <a:pt x="0" y="97416"/>
                </a:lnTo>
                <a:lnTo>
                  <a:pt x="2339" y="141679"/>
                </a:lnTo>
                <a:lnTo>
                  <a:pt x="71214" y="137374"/>
                </a:lnTo>
                <a:lnTo>
                  <a:pt x="68874" y="93111"/>
                </a:lnTo>
                <a:close/>
                <a:moveTo>
                  <a:pt x="37338" y="140556"/>
                </a:moveTo>
                <a:lnTo>
                  <a:pt x="37338" y="164325"/>
                </a:lnTo>
                <a:moveTo>
                  <a:pt x="38367" y="82162"/>
                </a:moveTo>
                <a:lnTo>
                  <a:pt x="38367" y="87683"/>
                </a:lnTo>
                <a:moveTo>
                  <a:pt x="158897" y="19277"/>
                </a:moveTo>
                <a:lnTo>
                  <a:pt x="92456" y="5428"/>
                </a:lnTo>
                <a:lnTo>
                  <a:pt x="82162" y="49035"/>
                </a:lnTo>
                <a:lnTo>
                  <a:pt x="148603" y="62885"/>
                </a:lnTo>
                <a:lnTo>
                  <a:pt x="158897" y="19277"/>
                </a:lnTo>
                <a:close/>
                <a:moveTo>
                  <a:pt x="115383" y="56428"/>
                </a:moveTo>
                <a:lnTo>
                  <a:pt x="110797" y="76641"/>
                </a:lnTo>
                <a:moveTo>
                  <a:pt x="131478" y="0"/>
                </a:moveTo>
                <a:lnTo>
                  <a:pt x="125957" y="5521"/>
                </a:lnTo>
              </a:path>
            </a:pathLst>
          </a:custGeom>
          <a:noFill/>
          <a:ln cap="rnd" cmpd="sng" w="12700">
            <a:solidFill>
              <a:srgbClr val="085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erbody Writes">
  <p:cSld name="Everbody Writes">
    <p:spTree>
      <p:nvGrpSpPr>
        <p:cNvPr id="163" name="Shape 163"/>
        <p:cNvGrpSpPr/>
        <p:nvPr/>
      </p:nvGrpSpPr>
      <p:grpSpPr>
        <a:xfrm>
          <a:off x="0" y="0"/>
          <a:ext cx="0" cy="0"/>
          <a:chOff x="0" y="0"/>
          <a:chExt cx="0" cy="0"/>
        </a:xfrm>
      </p:grpSpPr>
      <p:sp>
        <p:nvSpPr>
          <p:cNvPr id="164" name="Google Shape;164;p35"/>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5" name="Google Shape;165;p35"/>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Everybody Writes</a:t>
            </a:r>
            <a:endParaRPr b="1" sz="3000">
              <a:solidFill>
                <a:schemeClr val="lt1"/>
              </a:solidFill>
              <a:latin typeface="Arial"/>
              <a:ea typeface="Arial"/>
              <a:cs typeface="Arial"/>
              <a:sym typeface="Arial"/>
            </a:endParaRPr>
          </a:p>
        </p:txBody>
      </p:sp>
      <p:sp>
        <p:nvSpPr>
          <p:cNvPr id="166" name="Google Shape;166;p35"/>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35"/>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35"/>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35"/>
          <p:cNvSpPr/>
          <p:nvPr/>
        </p:nvSpPr>
        <p:spPr>
          <a:xfrm>
            <a:off x="650190" y="354205"/>
            <a:ext cx="287411" cy="288287"/>
          </a:xfrm>
          <a:custGeom>
            <a:rect b="b" l="l" r="r" t="t"/>
            <a:pathLst>
              <a:path extrusionOk="0" h="245629" w="244882">
                <a:moveTo>
                  <a:pt x="126773" y="133869"/>
                </a:moveTo>
                <a:lnTo>
                  <a:pt x="126773" y="133869"/>
                </a:lnTo>
                <a:cubicBezTo>
                  <a:pt x="126773" y="151649"/>
                  <a:pt x="112803" y="165619"/>
                  <a:pt x="95023" y="165619"/>
                </a:cubicBezTo>
                <a:lnTo>
                  <a:pt x="42953" y="165619"/>
                </a:lnTo>
                <a:cubicBezTo>
                  <a:pt x="34063" y="165619"/>
                  <a:pt x="27713" y="173239"/>
                  <a:pt x="27713" y="180859"/>
                </a:cubicBezTo>
                <a:cubicBezTo>
                  <a:pt x="27713" y="188479"/>
                  <a:pt x="35333" y="196099"/>
                  <a:pt x="42953" y="196099"/>
                </a:cubicBezTo>
                <a:lnTo>
                  <a:pt x="128043" y="196099"/>
                </a:lnTo>
                <a:cubicBezTo>
                  <a:pt x="136933" y="196099"/>
                  <a:pt x="144553" y="198639"/>
                  <a:pt x="152173" y="202449"/>
                </a:cubicBezTo>
                <a:cubicBezTo>
                  <a:pt x="161063" y="208799"/>
                  <a:pt x="172493" y="211339"/>
                  <a:pt x="183923" y="211339"/>
                </a:cubicBezTo>
                <a:lnTo>
                  <a:pt x="186463" y="211339"/>
                </a:lnTo>
                <a:cubicBezTo>
                  <a:pt x="218213" y="211339"/>
                  <a:pt x="244883" y="185939"/>
                  <a:pt x="244883" y="152919"/>
                </a:cubicBezTo>
                <a:cubicBezTo>
                  <a:pt x="244883" y="119899"/>
                  <a:pt x="227103" y="103389"/>
                  <a:pt x="201703" y="97039"/>
                </a:cubicBezTo>
                <a:lnTo>
                  <a:pt x="136933" y="79259"/>
                </a:lnTo>
                <a:moveTo>
                  <a:pt x="88673" y="67829"/>
                </a:moveTo>
                <a:lnTo>
                  <a:pt x="70893" y="62749"/>
                </a:lnTo>
                <a:cubicBezTo>
                  <a:pt x="64543" y="61479"/>
                  <a:pt x="56923" y="62749"/>
                  <a:pt x="53113" y="70369"/>
                </a:cubicBezTo>
                <a:lnTo>
                  <a:pt x="2313" y="155459"/>
                </a:lnTo>
                <a:cubicBezTo>
                  <a:pt x="-2767" y="163079"/>
                  <a:pt x="1043" y="173239"/>
                  <a:pt x="8663" y="177049"/>
                </a:cubicBezTo>
                <a:cubicBezTo>
                  <a:pt x="16283" y="180859"/>
                  <a:pt x="26443" y="178319"/>
                  <a:pt x="30253" y="170699"/>
                </a:cubicBezTo>
                <a:moveTo>
                  <a:pt x="17553" y="218959"/>
                </a:moveTo>
                <a:lnTo>
                  <a:pt x="35333" y="229119"/>
                </a:lnTo>
                <a:moveTo>
                  <a:pt x="130583" y="43699"/>
                </a:moveTo>
                <a:lnTo>
                  <a:pt x="69623" y="150379"/>
                </a:lnTo>
                <a:moveTo>
                  <a:pt x="97563" y="150379"/>
                </a:moveTo>
                <a:lnTo>
                  <a:pt x="163603" y="36079"/>
                </a:lnTo>
                <a:cubicBezTo>
                  <a:pt x="169953" y="24649"/>
                  <a:pt x="166143" y="10679"/>
                  <a:pt x="154713" y="3059"/>
                </a:cubicBezTo>
                <a:cubicBezTo>
                  <a:pt x="143283" y="-3291"/>
                  <a:pt x="129313" y="519"/>
                  <a:pt x="122963" y="11949"/>
                </a:cubicBezTo>
                <a:lnTo>
                  <a:pt x="42953" y="150379"/>
                </a:lnTo>
                <a:lnTo>
                  <a:pt x="34063" y="166889"/>
                </a:lnTo>
                <a:lnTo>
                  <a:pt x="16283" y="196099"/>
                </a:lnTo>
                <a:lnTo>
                  <a:pt x="16283" y="245629"/>
                </a:lnTo>
                <a:lnTo>
                  <a:pt x="58193" y="220229"/>
                </a:lnTo>
                <a:lnTo>
                  <a:pt x="62003" y="213879"/>
                </a:lnTo>
                <a:moveTo>
                  <a:pt x="131853" y="25919"/>
                </a:moveTo>
                <a:lnTo>
                  <a:pt x="159793" y="41159"/>
                </a:lnTo>
                <a:moveTo>
                  <a:pt x="152173" y="55129"/>
                </a:moveTo>
                <a:lnTo>
                  <a:pt x="124233" y="39889"/>
                </a:lnTo>
              </a:path>
            </a:pathLst>
          </a:custGeom>
          <a:noFill/>
          <a:ln cap="rnd" cmpd="sng" w="12700">
            <a:solidFill>
              <a:srgbClr val="085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d Call">
  <p:cSld name="Cold Call">
    <p:spTree>
      <p:nvGrpSpPr>
        <p:cNvPr id="170" name="Shape 170"/>
        <p:cNvGrpSpPr/>
        <p:nvPr/>
      </p:nvGrpSpPr>
      <p:grpSpPr>
        <a:xfrm>
          <a:off x="0" y="0"/>
          <a:ext cx="0" cy="0"/>
          <a:chOff x="0" y="0"/>
          <a:chExt cx="0" cy="0"/>
        </a:xfrm>
      </p:grpSpPr>
      <p:sp>
        <p:nvSpPr>
          <p:cNvPr id="171" name="Google Shape;171;p36"/>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 name="Google Shape;172;p36"/>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Cold Call</a:t>
            </a:r>
            <a:endParaRPr b="1" sz="3000">
              <a:solidFill>
                <a:schemeClr val="lt1"/>
              </a:solidFill>
              <a:latin typeface="Arial"/>
              <a:ea typeface="Arial"/>
              <a:cs typeface="Arial"/>
              <a:sym typeface="Arial"/>
            </a:endParaRPr>
          </a:p>
        </p:txBody>
      </p:sp>
      <p:sp>
        <p:nvSpPr>
          <p:cNvPr id="173" name="Google Shape;173;p36"/>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36"/>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36"/>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36"/>
          <p:cNvSpPr/>
          <p:nvPr/>
        </p:nvSpPr>
        <p:spPr>
          <a:xfrm>
            <a:off x="673160" y="370627"/>
            <a:ext cx="241471" cy="299233"/>
          </a:xfrm>
          <a:custGeom>
            <a:rect b="b" l="l" r="r" t="t"/>
            <a:pathLst>
              <a:path extrusionOk="0" h="254955" w="205740">
                <a:moveTo>
                  <a:pt x="0" y="29220"/>
                </a:moveTo>
                <a:cubicBezTo>
                  <a:pt x="0" y="21600"/>
                  <a:pt x="6350" y="15250"/>
                  <a:pt x="12700" y="12710"/>
                </a:cubicBezTo>
                <a:lnTo>
                  <a:pt x="41910" y="1280"/>
                </a:lnTo>
                <a:cubicBezTo>
                  <a:pt x="50800" y="-2530"/>
                  <a:pt x="60960" y="2550"/>
                  <a:pt x="64770" y="11440"/>
                </a:cubicBezTo>
                <a:lnTo>
                  <a:pt x="76200" y="54620"/>
                </a:lnTo>
                <a:lnTo>
                  <a:pt x="55880" y="71130"/>
                </a:lnTo>
                <a:cubicBezTo>
                  <a:pt x="52070" y="74940"/>
                  <a:pt x="49530" y="78750"/>
                  <a:pt x="50800" y="83830"/>
                </a:cubicBezTo>
                <a:cubicBezTo>
                  <a:pt x="57150" y="128280"/>
                  <a:pt x="76200" y="162570"/>
                  <a:pt x="110490" y="184160"/>
                </a:cubicBezTo>
                <a:cubicBezTo>
                  <a:pt x="114300" y="186700"/>
                  <a:pt x="119380" y="187970"/>
                  <a:pt x="124460" y="185430"/>
                </a:cubicBezTo>
                <a:lnTo>
                  <a:pt x="149860" y="176540"/>
                </a:lnTo>
                <a:lnTo>
                  <a:pt x="181610" y="207020"/>
                </a:lnTo>
                <a:cubicBezTo>
                  <a:pt x="187960" y="213370"/>
                  <a:pt x="187960" y="224800"/>
                  <a:pt x="180340" y="231150"/>
                </a:cubicBezTo>
                <a:lnTo>
                  <a:pt x="156210" y="250200"/>
                </a:lnTo>
                <a:cubicBezTo>
                  <a:pt x="149860" y="255280"/>
                  <a:pt x="142240" y="256550"/>
                  <a:pt x="135890" y="252740"/>
                </a:cubicBezTo>
                <a:cubicBezTo>
                  <a:pt x="111760" y="243850"/>
                  <a:pt x="66040" y="212100"/>
                  <a:pt x="34290" y="158760"/>
                </a:cubicBezTo>
                <a:cubicBezTo>
                  <a:pt x="2540" y="105420"/>
                  <a:pt x="-1270" y="50810"/>
                  <a:pt x="1270" y="26680"/>
                </a:cubicBezTo>
                <a:close/>
                <a:moveTo>
                  <a:pt x="194310" y="59700"/>
                </a:moveTo>
                <a:lnTo>
                  <a:pt x="177800" y="59700"/>
                </a:lnTo>
                <a:lnTo>
                  <a:pt x="177800" y="43190"/>
                </a:lnTo>
                <a:moveTo>
                  <a:pt x="127000" y="124470"/>
                </a:moveTo>
                <a:lnTo>
                  <a:pt x="127000" y="107960"/>
                </a:lnTo>
                <a:lnTo>
                  <a:pt x="110490" y="107960"/>
                </a:lnTo>
                <a:moveTo>
                  <a:pt x="177800" y="124470"/>
                </a:moveTo>
                <a:lnTo>
                  <a:pt x="177800" y="107960"/>
                </a:lnTo>
                <a:lnTo>
                  <a:pt x="194310" y="107960"/>
                </a:lnTo>
                <a:moveTo>
                  <a:pt x="110490" y="59700"/>
                </a:moveTo>
                <a:lnTo>
                  <a:pt x="127000" y="59700"/>
                </a:lnTo>
                <a:lnTo>
                  <a:pt x="127000" y="43190"/>
                </a:lnTo>
                <a:moveTo>
                  <a:pt x="156210" y="80020"/>
                </a:moveTo>
                <a:lnTo>
                  <a:pt x="189230" y="47000"/>
                </a:lnTo>
                <a:moveTo>
                  <a:pt x="114300" y="120660"/>
                </a:moveTo>
                <a:lnTo>
                  <a:pt x="147320" y="87640"/>
                </a:lnTo>
                <a:moveTo>
                  <a:pt x="156210" y="87640"/>
                </a:moveTo>
                <a:lnTo>
                  <a:pt x="189230" y="120660"/>
                </a:lnTo>
                <a:moveTo>
                  <a:pt x="114300" y="47000"/>
                </a:moveTo>
                <a:lnTo>
                  <a:pt x="147320" y="80020"/>
                </a:lnTo>
                <a:moveTo>
                  <a:pt x="199390" y="95260"/>
                </a:moveTo>
                <a:lnTo>
                  <a:pt x="187960" y="83830"/>
                </a:lnTo>
                <a:lnTo>
                  <a:pt x="199390" y="72400"/>
                </a:lnTo>
                <a:moveTo>
                  <a:pt x="105410" y="95260"/>
                </a:moveTo>
                <a:lnTo>
                  <a:pt x="116840" y="83830"/>
                </a:lnTo>
                <a:lnTo>
                  <a:pt x="105410" y="72400"/>
                </a:lnTo>
                <a:moveTo>
                  <a:pt x="140970" y="130820"/>
                </a:moveTo>
                <a:lnTo>
                  <a:pt x="152400" y="119390"/>
                </a:lnTo>
                <a:lnTo>
                  <a:pt x="163830" y="130820"/>
                </a:lnTo>
                <a:moveTo>
                  <a:pt x="140970" y="36840"/>
                </a:moveTo>
                <a:lnTo>
                  <a:pt x="152400" y="48270"/>
                </a:lnTo>
                <a:lnTo>
                  <a:pt x="163830" y="36840"/>
                </a:lnTo>
                <a:moveTo>
                  <a:pt x="158750" y="83830"/>
                </a:moveTo>
                <a:lnTo>
                  <a:pt x="205740" y="83830"/>
                </a:lnTo>
                <a:moveTo>
                  <a:pt x="99060" y="83830"/>
                </a:moveTo>
                <a:lnTo>
                  <a:pt x="146050" y="83830"/>
                </a:lnTo>
                <a:moveTo>
                  <a:pt x="152400" y="90180"/>
                </a:moveTo>
                <a:lnTo>
                  <a:pt x="152400" y="137170"/>
                </a:lnTo>
                <a:moveTo>
                  <a:pt x="152400" y="31760"/>
                </a:moveTo>
                <a:lnTo>
                  <a:pt x="152400" y="78750"/>
                </a:lnTo>
                <a:moveTo>
                  <a:pt x="158750" y="83830"/>
                </a:moveTo>
                <a:cubicBezTo>
                  <a:pt x="158750" y="87640"/>
                  <a:pt x="156210" y="90180"/>
                  <a:pt x="152400" y="90180"/>
                </a:cubicBezTo>
                <a:cubicBezTo>
                  <a:pt x="148590" y="90180"/>
                  <a:pt x="146050" y="87640"/>
                  <a:pt x="146050" y="83830"/>
                </a:cubicBezTo>
                <a:cubicBezTo>
                  <a:pt x="146050" y="80020"/>
                  <a:pt x="148590" y="77480"/>
                  <a:pt x="152400" y="77480"/>
                </a:cubicBezTo>
                <a:cubicBezTo>
                  <a:pt x="156210" y="77480"/>
                  <a:pt x="158750" y="80020"/>
                  <a:pt x="158750" y="83830"/>
                </a:cubicBezTo>
                <a:close/>
              </a:path>
            </a:pathLst>
          </a:custGeom>
          <a:noFill/>
          <a:ln cap="rnd" cmpd="sng" w="12700">
            <a:solidFill>
              <a:srgbClr val="085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is Right">
  <p:cSld name="Right is Right">
    <p:spTree>
      <p:nvGrpSpPr>
        <p:cNvPr id="177" name="Shape 177"/>
        <p:cNvGrpSpPr/>
        <p:nvPr/>
      </p:nvGrpSpPr>
      <p:grpSpPr>
        <a:xfrm>
          <a:off x="0" y="0"/>
          <a:ext cx="0" cy="0"/>
          <a:chOff x="0" y="0"/>
          <a:chExt cx="0" cy="0"/>
        </a:xfrm>
      </p:grpSpPr>
      <p:sp>
        <p:nvSpPr>
          <p:cNvPr id="178" name="Google Shape;178;p37"/>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9" name="Google Shape;179;p37"/>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Right is Right</a:t>
            </a:r>
            <a:endParaRPr b="1" sz="3000">
              <a:solidFill>
                <a:schemeClr val="lt1"/>
              </a:solidFill>
              <a:latin typeface="Arial"/>
              <a:ea typeface="Arial"/>
              <a:cs typeface="Arial"/>
              <a:sym typeface="Arial"/>
            </a:endParaRPr>
          </a:p>
        </p:txBody>
      </p:sp>
      <p:sp>
        <p:nvSpPr>
          <p:cNvPr id="180" name="Google Shape;180;p37"/>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cap="flat" cmpd="sng" w="9525">
            <a:solidFill>
              <a:srgbClr val="085F6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37"/>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7"/>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3" name="Google Shape;183;p37"/>
          <p:cNvPicPr preferRelativeResize="0"/>
          <p:nvPr/>
        </p:nvPicPr>
        <p:blipFill rotWithShape="1">
          <a:blip r:embed="rId2">
            <a:alphaModFix/>
          </a:blip>
          <a:srcRect b="0" l="0" r="0" t="0"/>
          <a:stretch/>
        </p:blipFill>
        <p:spPr>
          <a:xfrm>
            <a:off x="534437" y="273643"/>
            <a:ext cx="500906" cy="500905"/>
          </a:xfrm>
          <a:prstGeom prst="rect">
            <a:avLst/>
          </a:prstGeom>
          <a:noFill/>
          <a:ln>
            <a:noFill/>
          </a:ln>
        </p:spPr>
      </p:pic>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etch It">
  <p:cSld name="Stretch It">
    <p:spTree>
      <p:nvGrpSpPr>
        <p:cNvPr id="184" name="Shape 184"/>
        <p:cNvGrpSpPr/>
        <p:nvPr/>
      </p:nvGrpSpPr>
      <p:grpSpPr>
        <a:xfrm>
          <a:off x="0" y="0"/>
          <a:ext cx="0" cy="0"/>
          <a:chOff x="0" y="0"/>
          <a:chExt cx="0" cy="0"/>
        </a:xfrm>
      </p:grpSpPr>
      <p:sp>
        <p:nvSpPr>
          <p:cNvPr id="185" name="Google Shape;185;p38"/>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 name="Google Shape;186;p38"/>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Stretch It</a:t>
            </a:r>
            <a:endParaRPr b="1" sz="3000">
              <a:solidFill>
                <a:schemeClr val="lt1"/>
              </a:solidFill>
              <a:latin typeface="Arial"/>
              <a:ea typeface="Arial"/>
              <a:cs typeface="Arial"/>
              <a:sym typeface="Arial"/>
            </a:endParaRPr>
          </a:p>
        </p:txBody>
      </p:sp>
      <p:sp>
        <p:nvSpPr>
          <p:cNvPr id="187" name="Google Shape;187;p38"/>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38"/>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38"/>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38"/>
          <p:cNvSpPr/>
          <p:nvPr/>
        </p:nvSpPr>
        <p:spPr>
          <a:xfrm>
            <a:off x="621805" y="339823"/>
            <a:ext cx="344181" cy="344180"/>
          </a:xfrm>
          <a:custGeom>
            <a:rect b="b" l="l" r="r" t="t"/>
            <a:pathLst>
              <a:path extrusionOk="0" h="266700" w="266700">
                <a:moveTo>
                  <a:pt x="167640" y="133350"/>
                </a:moveTo>
                <a:cubicBezTo>
                  <a:pt x="167640" y="152400"/>
                  <a:pt x="152400" y="167640"/>
                  <a:pt x="133350" y="167640"/>
                </a:cubicBezTo>
                <a:cubicBezTo>
                  <a:pt x="114300" y="167640"/>
                  <a:pt x="99060" y="152400"/>
                  <a:pt x="99060" y="133350"/>
                </a:cubicBezTo>
                <a:cubicBezTo>
                  <a:pt x="99060" y="114300"/>
                  <a:pt x="114300" y="99060"/>
                  <a:pt x="133350" y="99060"/>
                </a:cubicBezTo>
                <a:cubicBezTo>
                  <a:pt x="152400" y="99060"/>
                  <a:pt x="167640" y="114300"/>
                  <a:pt x="167640" y="133350"/>
                </a:cubicBezTo>
                <a:close/>
                <a:moveTo>
                  <a:pt x="133350" y="265430"/>
                </a:moveTo>
                <a:lnTo>
                  <a:pt x="118110" y="241300"/>
                </a:lnTo>
                <a:moveTo>
                  <a:pt x="148590" y="242570"/>
                </a:moveTo>
                <a:lnTo>
                  <a:pt x="133350" y="266700"/>
                </a:lnTo>
                <a:moveTo>
                  <a:pt x="133350" y="190500"/>
                </a:moveTo>
                <a:lnTo>
                  <a:pt x="133350" y="265430"/>
                </a:lnTo>
                <a:moveTo>
                  <a:pt x="133350" y="1270"/>
                </a:moveTo>
                <a:lnTo>
                  <a:pt x="148590" y="25400"/>
                </a:lnTo>
                <a:moveTo>
                  <a:pt x="118110" y="24130"/>
                </a:moveTo>
                <a:lnTo>
                  <a:pt x="133350" y="0"/>
                </a:lnTo>
                <a:moveTo>
                  <a:pt x="133350" y="76200"/>
                </a:moveTo>
                <a:lnTo>
                  <a:pt x="133350" y="1270"/>
                </a:lnTo>
                <a:moveTo>
                  <a:pt x="196850" y="196850"/>
                </a:moveTo>
                <a:lnTo>
                  <a:pt x="177800" y="193040"/>
                </a:lnTo>
                <a:moveTo>
                  <a:pt x="193040" y="177800"/>
                </a:moveTo>
                <a:lnTo>
                  <a:pt x="196850" y="196850"/>
                </a:lnTo>
                <a:moveTo>
                  <a:pt x="161290" y="161290"/>
                </a:moveTo>
                <a:lnTo>
                  <a:pt x="198120" y="198120"/>
                </a:lnTo>
                <a:moveTo>
                  <a:pt x="69850" y="68580"/>
                </a:moveTo>
                <a:lnTo>
                  <a:pt x="88900" y="72390"/>
                </a:lnTo>
                <a:moveTo>
                  <a:pt x="73660" y="88900"/>
                </a:moveTo>
                <a:lnTo>
                  <a:pt x="69850" y="69850"/>
                </a:lnTo>
                <a:moveTo>
                  <a:pt x="105410" y="105410"/>
                </a:moveTo>
                <a:lnTo>
                  <a:pt x="68580" y="68580"/>
                </a:lnTo>
                <a:moveTo>
                  <a:pt x="69850" y="196850"/>
                </a:moveTo>
                <a:lnTo>
                  <a:pt x="73660" y="177800"/>
                </a:lnTo>
                <a:moveTo>
                  <a:pt x="88900" y="193040"/>
                </a:moveTo>
                <a:lnTo>
                  <a:pt x="69850" y="196850"/>
                </a:lnTo>
                <a:moveTo>
                  <a:pt x="105410" y="161290"/>
                </a:moveTo>
                <a:lnTo>
                  <a:pt x="68580" y="198120"/>
                </a:lnTo>
                <a:moveTo>
                  <a:pt x="196850" y="68580"/>
                </a:moveTo>
                <a:lnTo>
                  <a:pt x="193040" y="87630"/>
                </a:lnTo>
                <a:moveTo>
                  <a:pt x="177800" y="72390"/>
                </a:moveTo>
                <a:lnTo>
                  <a:pt x="196850" y="68580"/>
                </a:lnTo>
                <a:moveTo>
                  <a:pt x="161290" y="105410"/>
                </a:moveTo>
                <a:lnTo>
                  <a:pt x="198120" y="68580"/>
                </a:lnTo>
                <a:moveTo>
                  <a:pt x="1270" y="133350"/>
                </a:moveTo>
                <a:lnTo>
                  <a:pt x="25400" y="118110"/>
                </a:lnTo>
                <a:moveTo>
                  <a:pt x="24130" y="148590"/>
                </a:moveTo>
                <a:lnTo>
                  <a:pt x="0" y="133350"/>
                </a:lnTo>
                <a:moveTo>
                  <a:pt x="76200" y="133350"/>
                </a:moveTo>
                <a:lnTo>
                  <a:pt x="1270" y="133350"/>
                </a:lnTo>
                <a:moveTo>
                  <a:pt x="265430" y="133350"/>
                </a:moveTo>
                <a:lnTo>
                  <a:pt x="241300" y="148590"/>
                </a:lnTo>
                <a:moveTo>
                  <a:pt x="242570" y="116840"/>
                </a:moveTo>
                <a:lnTo>
                  <a:pt x="266700" y="132080"/>
                </a:lnTo>
                <a:moveTo>
                  <a:pt x="190500" y="133350"/>
                </a:moveTo>
                <a:lnTo>
                  <a:pt x="265430" y="133350"/>
                </a:lnTo>
              </a:path>
            </a:pathLst>
          </a:custGeom>
          <a:noFill/>
          <a:ln cap="rnd" cmpd="sng" w="12700">
            <a:solidFill>
              <a:srgbClr val="085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bits of Discussion">
  <p:cSld name="Habits of Discussion">
    <p:spTree>
      <p:nvGrpSpPr>
        <p:cNvPr id="191" name="Shape 191"/>
        <p:cNvGrpSpPr/>
        <p:nvPr/>
      </p:nvGrpSpPr>
      <p:grpSpPr>
        <a:xfrm>
          <a:off x="0" y="0"/>
          <a:ext cx="0" cy="0"/>
          <a:chOff x="0" y="0"/>
          <a:chExt cx="0" cy="0"/>
        </a:xfrm>
      </p:grpSpPr>
      <p:sp>
        <p:nvSpPr>
          <p:cNvPr id="192" name="Google Shape;192;p39"/>
          <p:cNvSpPr/>
          <p:nvPr/>
        </p:nvSpPr>
        <p:spPr>
          <a:xfrm>
            <a:off x="-293615" y="206771"/>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39"/>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Habits of Discussion</a:t>
            </a:r>
            <a:endParaRPr b="1" sz="3000">
              <a:solidFill>
                <a:schemeClr val="lt1"/>
              </a:solidFill>
              <a:latin typeface="Arial"/>
              <a:ea typeface="Arial"/>
              <a:cs typeface="Arial"/>
              <a:sym typeface="Arial"/>
            </a:endParaRPr>
          </a:p>
        </p:txBody>
      </p:sp>
      <p:sp>
        <p:nvSpPr>
          <p:cNvPr id="194" name="Google Shape;194;p39"/>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39"/>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39"/>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39"/>
          <p:cNvSpPr/>
          <p:nvPr/>
        </p:nvSpPr>
        <p:spPr>
          <a:xfrm>
            <a:off x="650057" y="370903"/>
            <a:ext cx="287678" cy="268301"/>
          </a:xfrm>
          <a:custGeom>
            <a:rect b="b" l="l" r="r" t="t"/>
            <a:pathLst>
              <a:path extrusionOk="0" h="228600" w="245109">
                <a:moveTo>
                  <a:pt x="93980" y="156210"/>
                </a:moveTo>
                <a:cubicBezTo>
                  <a:pt x="100330" y="147320"/>
                  <a:pt x="110490" y="140970"/>
                  <a:pt x="123190" y="140970"/>
                </a:cubicBezTo>
                <a:cubicBezTo>
                  <a:pt x="135890" y="140970"/>
                  <a:pt x="146050" y="147320"/>
                  <a:pt x="152400" y="156210"/>
                </a:cubicBezTo>
                <a:moveTo>
                  <a:pt x="234950" y="132080"/>
                </a:moveTo>
                <a:cubicBezTo>
                  <a:pt x="238760" y="128270"/>
                  <a:pt x="241300" y="123190"/>
                  <a:pt x="241300" y="116840"/>
                </a:cubicBezTo>
                <a:cubicBezTo>
                  <a:pt x="241300" y="105410"/>
                  <a:pt x="231140" y="95250"/>
                  <a:pt x="219710" y="95250"/>
                </a:cubicBezTo>
                <a:cubicBezTo>
                  <a:pt x="208280" y="95250"/>
                  <a:pt x="198120" y="105410"/>
                  <a:pt x="198120" y="116840"/>
                </a:cubicBezTo>
                <a:cubicBezTo>
                  <a:pt x="198120" y="128270"/>
                  <a:pt x="200660" y="128270"/>
                  <a:pt x="204470" y="132080"/>
                </a:cubicBezTo>
                <a:moveTo>
                  <a:pt x="107950" y="133350"/>
                </a:moveTo>
                <a:cubicBezTo>
                  <a:pt x="104140" y="129540"/>
                  <a:pt x="101600" y="124460"/>
                  <a:pt x="101600" y="118110"/>
                </a:cubicBezTo>
                <a:cubicBezTo>
                  <a:pt x="101600" y="106680"/>
                  <a:pt x="111760" y="96520"/>
                  <a:pt x="123190" y="96520"/>
                </a:cubicBezTo>
                <a:cubicBezTo>
                  <a:pt x="134620" y="96520"/>
                  <a:pt x="144780" y="106680"/>
                  <a:pt x="144780" y="118110"/>
                </a:cubicBezTo>
                <a:cubicBezTo>
                  <a:pt x="144780" y="129540"/>
                  <a:pt x="142240" y="129540"/>
                  <a:pt x="138430" y="133350"/>
                </a:cubicBezTo>
                <a:moveTo>
                  <a:pt x="11430" y="132080"/>
                </a:moveTo>
                <a:cubicBezTo>
                  <a:pt x="7620" y="128270"/>
                  <a:pt x="5080" y="123190"/>
                  <a:pt x="5080" y="116840"/>
                </a:cubicBezTo>
                <a:cubicBezTo>
                  <a:pt x="5080" y="105410"/>
                  <a:pt x="15240" y="95250"/>
                  <a:pt x="26670" y="95250"/>
                </a:cubicBezTo>
                <a:cubicBezTo>
                  <a:pt x="38100" y="95250"/>
                  <a:pt x="48260" y="105410"/>
                  <a:pt x="48260" y="116840"/>
                </a:cubicBezTo>
                <a:cubicBezTo>
                  <a:pt x="48260" y="128270"/>
                  <a:pt x="45720" y="128270"/>
                  <a:pt x="41910" y="132080"/>
                </a:cubicBezTo>
                <a:moveTo>
                  <a:pt x="52070" y="213360"/>
                </a:moveTo>
                <a:lnTo>
                  <a:pt x="194310" y="213360"/>
                </a:lnTo>
                <a:moveTo>
                  <a:pt x="82550" y="186690"/>
                </a:moveTo>
                <a:lnTo>
                  <a:pt x="163830" y="186690"/>
                </a:lnTo>
                <a:moveTo>
                  <a:pt x="213360" y="166370"/>
                </a:moveTo>
                <a:lnTo>
                  <a:pt x="213360" y="173990"/>
                </a:lnTo>
                <a:cubicBezTo>
                  <a:pt x="213360" y="181610"/>
                  <a:pt x="207010" y="186690"/>
                  <a:pt x="200660" y="186690"/>
                </a:cubicBezTo>
                <a:lnTo>
                  <a:pt x="163830" y="186690"/>
                </a:lnTo>
                <a:cubicBezTo>
                  <a:pt x="157480" y="186690"/>
                  <a:pt x="151130" y="181610"/>
                  <a:pt x="151130" y="173990"/>
                </a:cubicBezTo>
                <a:cubicBezTo>
                  <a:pt x="151130" y="166370"/>
                  <a:pt x="152400" y="167640"/>
                  <a:pt x="154940" y="165100"/>
                </a:cubicBezTo>
                <a:cubicBezTo>
                  <a:pt x="157480" y="162560"/>
                  <a:pt x="160020" y="161290"/>
                  <a:pt x="163830" y="161290"/>
                </a:cubicBezTo>
                <a:lnTo>
                  <a:pt x="194310" y="161290"/>
                </a:lnTo>
                <a:moveTo>
                  <a:pt x="194310" y="162560"/>
                </a:moveTo>
                <a:cubicBezTo>
                  <a:pt x="194310" y="156210"/>
                  <a:pt x="198120" y="151130"/>
                  <a:pt x="201930" y="147320"/>
                </a:cubicBezTo>
                <a:cubicBezTo>
                  <a:pt x="207010" y="142240"/>
                  <a:pt x="213360" y="139700"/>
                  <a:pt x="219710" y="139700"/>
                </a:cubicBezTo>
                <a:cubicBezTo>
                  <a:pt x="233680" y="139700"/>
                  <a:pt x="245110" y="151130"/>
                  <a:pt x="245110" y="165100"/>
                </a:cubicBezTo>
                <a:lnTo>
                  <a:pt x="245110" y="228600"/>
                </a:lnTo>
                <a:moveTo>
                  <a:pt x="194310" y="186690"/>
                </a:moveTo>
                <a:lnTo>
                  <a:pt x="194310" y="223520"/>
                </a:lnTo>
                <a:moveTo>
                  <a:pt x="52070" y="162560"/>
                </a:moveTo>
                <a:lnTo>
                  <a:pt x="82550" y="162560"/>
                </a:lnTo>
                <a:cubicBezTo>
                  <a:pt x="86360" y="162560"/>
                  <a:pt x="88900" y="163830"/>
                  <a:pt x="91440" y="166370"/>
                </a:cubicBezTo>
                <a:cubicBezTo>
                  <a:pt x="93980" y="168910"/>
                  <a:pt x="95250" y="171450"/>
                  <a:pt x="95250" y="175260"/>
                </a:cubicBezTo>
                <a:cubicBezTo>
                  <a:pt x="95250" y="181610"/>
                  <a:pt x="90170" y="187960"/>
                  <a:pt x="82550" y="187960"/>
                </a:cubicBezTo>
                <a:lnTo>
                  <a:pt x="45720" y="187960"/>
                </a:lnTo>
                <a:cubicBezTo>
                  <a:pt x="38100" y="187960"/>
                  <a:pt x="33020" y="181610"/>
                  <a:pt x="33020" y="175260"/>
                </a:cubicBezTo>
                <a:lnTo>
                  <a:pt x="33020" y="167640"/>
                </a:lnTo>
                <a:moveTo>
                  <a:pt x="0" y="228600"/>
                </a:moveTo>
                <a:lnTo>
                  <a:pt x="0" y="165100"/>
                </a:lnTo>
                <a:cubicBezTo>
                  <a:pt x="0" y="151130"/>
                  <a:pt x="11430" y="139700"/>
                  <a:pt x="25400" y="139700"/>
                </a:cubicBezTo>
                <a:cubicBezTo>
                  <a:pt x="39370" y="139700"/>
                  <a:pt x="39370" y="142240"/>
                  <a:pt x="43180" y="147320"/>
                </a:cubicBezTo>
                <a:cubicBezTo>
                  <a:pt x="46990" y="151130"/>
                  <a:pt x="49530" y="156210"/>
                  <a:pt x="50800" y="162560"/>
                </a:cubicBezTo>
                <a:moveTo>
                  <a:pt x="52070" y="223520"/>
                </a:moveTo>
                <a:lnTo>
                  <a:pt x="52070" y="186690"/>
                </a:lnTo>
                <a:moveTo>
                  <a:pt x="200660" y="57150"/>
                </a:moveTo>
                <a:lnTo>
                  <a:pt x="196850" y="86360"/>
                </a:lnTo>
                <a:lnTo>
                  <a:pt x="172720" y="57150"/>
                </a:lnTo>
                <a:lnTo>
                  <a:pt x="138430" y="57150"/>
                </a:lnTo>
                <a:lnTo>
                  <a:pt x="121920" y="81280"/>
                </a:lnTo>
                <a:lnTo>
                  <a:pt x="105410" y="57150"/>
                </a:lnTo>
                <a:lnTo>
                  <a:pt x="71120" y="57150"/>
                </a:lnTo>
                <a:lnTo>
                  <a:pt x="46990" y="86360"/>
                </a:lnTo>
                <a:lnTo>
                  <a:pt x="43180" y="57150"/>
                </a:lnTo>
                <a:lnTo>
                  <a:pt x="19050" y="57150"/>
                </a:lnTo>
                <a:cubicBezTo>
                  <a:pt x="11430" y="57150"/>
                  <a:pt x="5080" y="50800"/>
                  <a:pt x="5080" y="43180"/>
                </a:cubicBezTo>
                <a:lnTo>
                  <a:pt x="5080" y="13970"/>
                </a:lnTo>
                <a:cubicBezTo>
                  <a:pt x="5080" y="6350"/>
                  <a:pt x="11430" y="0"/>
                  <a:pt x="19050" y="0"/>
                </a:cubicBezTo>
                <a:lnTo>
                  <a:pt x="226060" y="0"/>
                </a:lnTo>
                <a:cubicBezTo>
                  <a:pt x="233680" y="0"/>
                  <a:pt x="240030" y="6350"/>
                  <a:pt x="240030" y="13970"/>
                </a:cubicBezTo>
                <a:lnTo>
                  <a:pt x="240030" y="43180"/>
                </a:lnTo>
                <a:cubicBezTo>
                  <a:pt x="240030" y="50800"/>
                  <a:pt x="233680" y="57150"/>
                  <a:pt x="226060" y="57150"/>
                </a:cubicBezTo>
                <a:lnTo>
                  <a:pt x="201930" y="57150"/>
                </a:lnTo>
                <a:close/>
              </a:path>
            </a:pathLst>
          </a:custGeom>
          <a:noFill/>
          <a:ln cap="rnd" cmpd="sng" w="12700">
            <a:solidFill>
              <a:srgbClr val="085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 to Do ">
  <p:cSld name="What to Do ">
    <p:spTree>
      <p:nvGrpSpPr>
        <p:cNvPr id="198" name="Shape 198"/>
        <p:cNvGrpSpPr/>
        <p:nvPr/>
      </p:nvGrpSpPr>
      <p:grpSpPr>
        <a:xfrm>
          <a:off x="0" y="0"/>
          <a:ext cx="0" cy="0"/>
          <a:chOff x="0" y="0"/>
          <a:chExt cx="0" cy="0"/>
        </a:xfrm>
      </p:grpSpPr>
      <p:sp>
        <p:nvSpPr>
          <p:cNvPr id="199" name="Google Shape;199;p40"/>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40"/>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What To Do</a:t>
            </a:r>
            <a:endParaRPr b="1" sz="3000">
              <a:solidFill>
                <a:schemeClr val="lt1"/>
              </a:solidFill>
              <a:latin typeface="Arial"/>
              <a:ea typeface="Arial"/>
              <a:cs typeface="Arial"/>
              <a:sym typeface="Arial"/>
            </a:endParaRPr>
          </a:p>
        </p:txBody>
      </p:sp>
      <p:sp>
        <p:nvSpPr>
          <p:cNvPr id="201" name="Google Shape;201;p40"/>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40"/>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40"/>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40"/>
          <p:cNvSpPr/>
          <p:nvPr/>
        </p:nvSpPr>
        <p:spPr>
          <a:xfrm>
            <a:off x="683057" y="353651"/>
            <a:ext cx="221677" cy="316523"/>
          </a:xfrm>
          <a:custGeom>
            <a:rect b="b" l="l" r="r" t="t"/>
            <a:pathLst>
              <a:path extrusionOk="0" h="250978" w="176489">
                <a:moveTo>
                  <a:pt x="99755" y="169939"/>
                </a:moveTo>
                <a:lnTo>
                  <a:pt x="122776" y="169939"/>
                </a:lnTo>
                <a:moveTo>
                  <a:pt x="99755" y="153750"/>
                </a:moveTo>
                <a:lnTo>
                  <a:pt x="138123" y="153750"/>
                </a:lnTo>
                <a:moveTo>
                  <a:pt x="99755" y="137561"/>
                </a:moveTo>
                <a:lnTo>
                  <a:pt x="138123" y="137561"/>
                </a:lnTo>
                <a:moveTo>
                  <a:pt x="99755" y="105183"/>
                </a:moveTo>
                <a:lnTo>
                  <a:pt x="122776" y="105183"/>
                </a:lnTo>
                <a:moveTo>
                  <a:pt x="99755" y="88994"/>
                </a:moveTo>
                <a:lnTo>
                  <a:pt x="138123" y="88994"/>
                </a:lnTo>
                <a:moveTo>
                  <a:pt x="99755" y="72804"/>
                </a:moveTo>
                <a:lnTo>
                  <a:pt x="138123" y="72804"/>
                </a:lnTo>
                <a:moveTo>
                  <a:pt x="53714" y="153750"/>
                </a:moveTo>
                <a:lnTo>
                  <a:pt x="61388" y="161892"/>
                </a:lnTo>
                <a:lnTo>
                  <a:pt x="84408" y="137561"/>
                </a:lnTo>
                <a:moveTo>
                  <a:pt x="76735" y="161798"/>
                </a:moveTo>
                <a:lnTo>
                  <a:pt x="76735" y="177987"/>
                </a:lnTo>
                <a:lnTo>
                  <a:pt x="38367" y="177987"/>
                </a:lnTo>
                <a:lnTo>
                  <a:pt x="38367" y="137467"/>
                </a:lnTo>
                <a:lnTo>
                  <a:pt x="69061" y="137467"/>
                </a:lnTo>
                <a:moveTo>
                  <a:pt x="53714" y="88994"/>
                </a:moveTo>
                <a:lnTo>
                  <a:pt x="61388" y="97135"/>
                </a:lnTo>
                <a:lnTo>
                  <a:pt x="84408" y="72898"/>
                </a:lnTo>
                <a:moveTo>
                  <a:pt x="76735" y="97041"/>
                </a:moveTo>
                <a:lnTo>
                  <a:pt x="76735" y="113231"/>
                </a:lnTo>
                <a:lnTo>
                  <a:pt x="38367" y="113231"/>
                </a:lnTo>
                <a:lnTo>
                  <a:pt x="38367" y="72711"/>
                </a:lnTo>
                <a:lnTo>
                  <a:pt x="69061" y="72711"/>
                </a:lnTo>
                <a:moveTo>
                  <a:pt x="130449" y="24237"/>
                </a:moveTo>
                <a:lnTo>
                  <a:pt x="107429" y="24237"/>
                </a:lnTo>
                <a:lnTo>
                  <a:pt x="107429" y="20213"/>
                </a:lnTo>
                <a:cubicBezTo>
                  <a:pt x="107429" y="9077"/>
                  <a:pt x="98819" y="0"/>
                  <a:pt x="88245" y="0"/>
                </a:cubicBezTo>
                <a:cubicBezTo>
                  <a:pt x="77671" y="0"/>
                  <a:pt x="69061" y="9077"/>
                  <a:pt x="69061" y="20213"/>
                </a:cubicBezTo>
                <a:lnTo>
                  <a:pt x="69061" y="24237"/>
                </a:lnTo>
                <a:lnTo>
                  <a:pt x="46041" y="24237"/>
                </a:lnTo>
                <a:lnTo>
                  <a:pt x="46041" y="48474"/>
                </a:lnTo>
                <a:lnTo>
                  <a:pt x="130543" y="48474"/>
                </a:lnTo>
                <a:lnTo>
                  <a:pt x="130543" y="24237"/>
                </a:lnTo>
                <a:close/>
                <a:moveTo>
                  <a:pt x="130449" y="32285"/>
                </a:moveTo>
                <a:lnTo>
                  <a:pt x="161143" y="32285"/>
                </a:lnTo>
                <a:lnTo>
                  <a:pt x="161143" y="234696"/>
                </a:lnTo>
                <a:lnTo>
                  <a:pt x="15253" y="234696"/>
                </a:lnTo>
                <a:lnTo>
                  <a:pt x="15253" y="32285"/>
                </a:lnTo>
                <a:lnTo>
                  <a:pt x="45947" y="32285"/>
                </a:lnTo>
                <a:moveTo>
                  <a:pt x="103592" y="8048"/>
                </a:moveTo>
                <a:lnTo>
                  <a:pt x="168816" y="8048"/>
                </a:lnTo>
                <a:cubicBezTo>
                  <a:pt x="173027" y="8048"/>
                  <a:pt x="176490" y="11697"/>
                  <a:pt x="176490" y="16189"/>
                </a:cubicBezTo>
                <a:lnTo>
                  <a:pt x="176490" y="242837"/>
                </a:lnTo>
                <a:cubicBezTo>
                  <a:pt x="176490" y="247329"/>
                  <a:pt x="173027" y="250979"/>
                  <a:pt x="168816" y="250979"/>
                </a:cubicBezTo>
                <a:lnTo>
                  <a:pt x="7673" y="250979"/>
                </a:lnTo>
                <a:cubicBezTo>
                  <a:pt x="3462" y="250979"/>
                  <a:pt x="0" y="247329"/>
                  <a:pt x="0" y="242837"/>
                </a:cubicBezTo>
                <a:lnTo>
                  <a:pt x="0" y="16096"/>
                </a:lnTo>
                <a:cubicBezTo>
                  <a:pt x="0" y="11604"/>
                  <a:pt x="3462" y="7954"/>
                  <a:pt x="7673" y="7954"/>
                </a:cubicBezTo>
                <a:lnTo>
                  <a:pt x="72898" y="7954"/>
                </a:lnTo>
              </a:path>
            </a:pathLst>
          </a:custGeom>
          <a:noFill/>
          <a:ln cap="rnd" cmpd="sng" w="12700">
            <a:solidFill>
              <a:srgbClr val="0E4D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ole Class Reset">
  <p:cSld name="Whole Class Reset">
    <p:spTree>
      <p:nvGrpSpPr>
        <p:cNvPr id="205" name="Shape 205"/>
        <p:cNvGrpSpPr/>
        <p:nvPr/>
      </p:nvGrpSpPr>
      <p:grpSpPr>
        <a:xfrm>
          <a:off x="0" y="0"/>
          <a:ext cx="0" cy="0"/>
          <a:chOff x="0" y="0"/>
          <a:chExt cx="0" cy="0"/>
        </a:xfrm>
      </p:grpSpPr>
      <p:sp>
        <p:nvSpPr>
          <p:cNvPr id="206" name="Google Shape;206;p41"/>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7" name="Google Shape;207;p41"/>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Whole Class Reset </a:t>
            </a:r>
            <a:endParaRPr b="1" sz="3000">
              <a:solidFill>
                <a:schemeClr val="lt1"/>
              </a:solidFill>
              <a:latin typeface="Arial"/>
              <a:ea typeface="Arial"/>
              <a:cs typeface="Arial"/>
              <a:sym typeface="Arial"/>
            </a:endParaRPr>
          </a:p>
        </p:txBody>
      </p:sp>
      <p:sp>
        <p:nvSpPr>
          <p:cNvPr id="208" name="Google Shape;208;p41"/>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41"/>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41"/>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41"/>
          <p:cNvSpPr/>
          <p:nvPr/>
        </p:nvSpPr>
        <p:spPr>
          <a:xfrm>
            <a:off x="697737" y="351884"/>
            <a:ext cx="192317" cy="350327"/>
          </a:xfrm>
          <a:custGeom>
            <a:rect b="b" l="l" r="r" t="t"/>
            <a:pathLst>
              <a:path extrusionOk="0" h="271378" w="148977">
                <a:moveTo>
                  <a:pt x="90023" y="271379"/>
                </a:moveTo>
                <a:cubicBezTo>
                  <a:pt x="77203" y="271379"/>
                  <a:pt x="65505" y="266139"/>
                  <a:pt x="58019" y="253973"/>
                </a:cubicBezTo>
                <a:cubicBezTo>
                  <a:pt x="55586" y="250511"/>
                  <a:pt x="53153" y="245458"/>
                  <a:pt x="50907" y="239469"/>
                </a:cubicBezTo>
                <a:cubicBezTo>
                  <a:pt x="49597" y="236006"/>
                  <a:pt x="45947" y="221876"/>
                  <a:pt x="44263" y="214483"/>
                </a:cubicBezTo>
                <a:cubicBezTo>
                  <a:pt x="42204" y="205406"/>
                  <a:pt x="37151" y="193521"/>
                  <a:pt x="44169" y="191930"/>
                </a:cubicBezTo>
                <a:cubicBezTo>
                  <a:pt x="48848" y="190901"/>
                  <a:pt x="54650" y="195861"/>
                  <a:pt x="57551" y="204002"/>
                </a:cubicBezTo>
                <a:cubicBezTo>
                  <a:pt x="58393" y="206342"/>
                  <a:pt x="59423" y="209523"/>
                  <a:pt x="60639" y="213173"/>
                </a:cubicBezTo>
                <a:lnTo>
                  <a:pt x="60639" y="155341"/>
                </a:lnTo>
                <a:cubicBezTo>
                  <a:pt x="60639" y="149539"/>
                  <a:pt x="64289" y="144767"/>
                  <a:pt x="68874" y="144767"/>
                </a:cubicBezTo>
                <a:cubicBezTo>
                  <a:pt x="73459" y="144767"/>
                  <a:pt x="77203" y="149446"/>
                  <a:pt x="77203" y="155247"/>
                </a:cubicBezTo>
                <a:lnTo>
                  <a:pt x="77203" y="188281"/>
                </a:lnTo>
                <a:cubicBezTo>
                  <a:pt x="78606" y="184538"/>
                  <a:pt x="81788" y="182198"/>
                  <a:pt x="85625" y="182198"/>
                </a:cubicBezTo>
                <a:cubicBezTo>
                  <a:pt x="90023" y="182198"/>
                  <a:pt x="93673" y="185380"/>
                  <a:pt x="94515" y="190059"/>
                </a:cubicBezTo>
                <a:cubicBezTo>
                  <a:pt x="96199" y="187626"/>
                  <a:pt x="98726" y="186035"/>
                  <a:pt x="101627" y="186035"/>
                </a:cubicBezTo>
                <a:cubicBezTo>
                  <a:pt x="106306" y="186035"/>
                  <a:pt x="110049" y="189685"/>
                  <a:pt x="110423" y="195019"/>
                </a:cubicBezTo>
                <a:cubicBezTo>
                  <a:pt x="111827" y="193241"/>
                  <a:pt x="113605" y="192118"/>
                  <a:pt x="116131" y="192211"/>
                </a:cubicBezTo>
                <a:cubicBezTo>
                  <a:pt x="119126" y="192211"/>
                  <a:pt x="122776" y="194363"/>
                  <a:pt x="123524" y="198013"/>
                </a:cubicBezTo>
                <a:cubicBezTo>
                  <a:pt x="123711" y="199136"/>
                  <a:pt x="123899" y="199885"/>
                  <a:pt x="123992" y="200633"/>
                </a:cubicBezTo>
                <a:cubicBezTo>
                  <a:pt x="125021" y="209710"/>
                  <a:pt x="125302" y="231701"/>
                  <a:pt x="125302" y="231701"/>
                </a:cubicBezTo>
                <a:cubicBezTo>
                  <a:pt x="125302" y="231982"/>
                  <a:pt x="125302" y="232169"/>
                  <a:pt x="125302" y="232357"/>
                </a:cubicBezTo>
                <a:lnTo>
                  <a:pt x="125302" y="232357"/>
                </a:lnTo>
                <a:cubicBezTo>
                  <a:pt x="125302" y="261647"/>
                  <a:pt x="105557" y="271379"/>
                  <a:pt x="90023" y="271379"/>
                </a:cubicBezTo>
                <a:close/>
                <a:moveTo>
                  <a:pt x="93298" y="146919"/>
                </a:moveTo>
                <a:cubicBezTo>
                  <a:pt x="125302" y="138590"/>
                  <a:pt x="148978" y="109394"/>
                  <a:pt x="148978" y="74676"/>
                </a:cubicBezTo>
                <a:cubicBezTo>
                  <a:pt x="148978" y="33408"/>
                  <a:pt x="115664" y="0"/>
                  <a:pt x="74489" y="0"/>
                </a:cubicBezTo>
                <a:cubicBezTo>
                  <a:pt x="33314" y="0"/>
                  <a:pt x="0" y="33408"/>
                  <a:pt x="0" y="74676"/>
                </a:cubicBezTo>
                <a:cubicBezTo>
                  <a:pt x="0" y="106025"/>
                  <a:pt x="19277" y="132789"/>
                  <a:pt x="46509" y="143924"/>
                </a:cubicBezTo>
                <a:moveTo>
                  <a:pt x="76735" y="31443"/>
                </a:moveTo>
                <a:lnTo>
                  <a:pt x="76735" y="45199"/>
                </a:lnTo>
                <a:cubicBezTo>
                  <a:pt x="91988" y="46322"/>
                  <a:pt x="104060" y="59142"/>
                  <a:pt x="104060" y="74770"/>
                </a:cubicBezTo>
                <a:cubicBezTo>
                  <a:pt x="104060" y="90397"/>
                  <a:pt x="90772" y="104434"/>
                  <a:pt x="74489" y="104434"/>
                </a:cubicBezTo>
                <a:cubicBezTo>
                  <a:pt x="58206" y="104434"/>
                  <a:pt x="44918" y="91146"/>
                  <a:pt x="44918" y="74770"/>
                </a:cubicBezTo>
                <a:cubicBezTo>
                  <a:pt x="44918" y="68874"/>
                  <a:pt x="46696" y="63447"/>
                  <a:pt x="49597" y="58861"/>
                </a:cubicBezTo>
                <a:lnTo>
                  <a:pt x="58580" y="67845"/>
                </a:lnTo>
                <a:lnTo>
                  <a:pt x="58580" y="49690"/>
                </a:lnTo>
                <a:cubicBezTo>
                  <a:pt x="58580" y="49690"/>
                  <a:pt x="58580" y="49690"/>
                  <a:pt x="58580" y="49690"/>
                </a:cubicBezTo>
                <a:lnTo>
                  <a:pt x="58580" y="49690"/>
                </a:lnTo>
                <a:lnTo>
                  <a:pt x="58580" y="40426"/>
                </a:lnTo>
                <a:lnTo>
                  <a:pt x="31255" y="40426"/>
                </a:lnTo>
                <a:lnTo>
                  <a:pt x="39771" y="48942"/>
                </a:lnTo>
                <a:cubicBezTo>
                  <a:pt x="34437" y="56147"/>
                  <a:pt x="31255" y="65037"/>
                  <a:pt x="31255" y="74676"/>
                </a:cubicBezTo>
                <a:cubicBezTo>
                  <a:pt x="31255" y="98632"/>
                  <a:pt x="50626" y="118097"/>
                  <a:pt x="74489" y="118097"/>
                </a:cubicBezTo>
                <a:cubicBezTo>
                  <a:pt x="98351" y="118097"/>
                  <a:pt x="117722" y="98632"/>
                  <a:pt x="117722" y="74676"/>
                </a:cubicBezTo>
                <a:cubicBezTo>
                  <a:pt x="117722" y="50720"/>
                  <a:pt x="99568" y="32565"/>
                  <a:pt x="76828" y="31349"/>
                </a:cubicBezTo>
                <a:close/>
              </a:path>
            </a:pathLst>
          </a:custGeom>
          <a:noFill/>
          <a:ln cap="rnd" cmpd="sng" w="12700">
            <a:solidFill>
              <a:srgbClr val="0E4D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Radar">
  <p:cSld name="Teacher Radar">
    <p:spTree>
      <p:nvGrpSpPr>
        <p:cNvPr id="212" name="Shape 212"/>
        <p:cNvGrpSpPr/>
        <p:nvPr/>
      </p:nvGrpSpPr>
      <p:grpSpPr>
        <a:xfrm>
          <a:off x="0" y="0"/>
          <a:ext cx="0" cy="0"/>
          <a:chOff x="0" y="0"/>
          <a:chExt cx="0" cy="0"/>
        </a:xfrm>
      </p:grpSpPr>
      <p:sp>
        <p:nvSpPr>
          <p:cNvPr id="213" name="Google Shape;213;p42"/>
          <p:cNvSpPr/>
          <p:nvPr/>
        </p:nvSpPr>
        <p:spPr>
          <a:xfrm>
            <a:off x="-232610" y="195979"/>
            <a:ext cx="6041273"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42"/>
          <p:cNvSpPr txBox="1"/>
          <p:nvPr/>
        </p:nvSpPr>
        <p:spPr>
          <a:xfrm>
            <a:off x="1228503" y="195979"/>
            <a:ext cx="4519155"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Teacher Radar</a:t>
            </a:r>
            <a:endParaRPr b="1" sz="3000">
              <a:solidFill>
                <a:schemeClr val="lt1"/>
              </a:solidFill>
              <a:latin typeface="Arial"/>
              <a:ea typeface="Arial"/>
              <a:cs typeface="Arial"/>
              <a:sym typeface="Arial"/>
            </a:endParaRPr>
          </a:p>
        </p:txBody>
      </p:sp>
      <p:sp>
        <p:nvSpPr>
          <p:cNvPr id="215" name="Google Shape;215;p42"/>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 name="Google Shape;216;p42"/>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42"/>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42"/>
          <p:cNvSpPr/>
          <p:nvPr/>
        </p:nvSpPr>
        <p:spPr>
          <a:xfrm>
            <a:off x="645350" y="377328"/>
            <a:ext cx="324382" cy="307304"/>
          </a:xfrm>
          <a:custGeom>
            <a:rect b="b" l="l" r="r" t="t"/>
            <a:pathLst>
              <a:path extrusionOk="0" h="235884" w="248995">
                <a:moveTo>
                  <a:pt x="155323" y="27939"/>
                </a:moveTo>
                <a:cubicBezTo>
                  <a:pt x="189573" y="63967"/>
                  <a:pt x="188170" y="120863"/>
                  <a:pt x="152048" y="155019"/>
                </a:cubicBezTo>
                <a:cubicBezTo>
                  <a:pt x="116020" y="189269"/>
                  <a:pt x="59031" y="187772"/>
                  <a:pt x="24781" y="151838"/>
                </a:cubicBezTo>
                <a:cubicBezTo>
                  <a:pt x="-9469" y="115810"/>
                  <a:pt x="-8065" y="58914"/>
                  <a:pt x="28056" y="24757"/>
                </a:cubicBezTo>
                <a:cubicBezTo>
                  <a:pt x="64084" y="-9492"/>
                  <a:pt x="121074" y="-7995"/>
                  <a:pt x="155323" y="27939"/>
                </a:cubicBezTo>
                <a:close/>
                <a:moveTo>
                  <a:pt x="229999" y="219121"/>
                </a:moveTo>
                <a:lnTo>
                  <a:pt x="214091" y="234187"/>
                </a:lnTo>
                <a:cubicBezTo>
                  <a:pt x="211564" y="236527"/>
                  <a:pt x="207634" y="236433"/>
                  <a:pt x="205295" y="234000"/>
                </a:cubicBezTo>
                <a:lnTo>
                  <a:pt x="163090" y="189644"/>
                </a:lnTo>
                <a:cubicBezTo>
                  <a:pt x="160751" y="187117"/>
                  <a:pt x="160845" y="183187"/>
                  <a:pt x="163278" y="180847"/>
                </a:cubicBezTo>
                <a:lnTo>
                  <a:pt x="179186" y="165781"/>
                </a:lnTo>
                <a:cubicBezTo>
                  <a:pt x="181713" y="163441"/>
                  <a:pt x="185643" y="163535"/>
                  <a:pt x="187982" y="165968"/>
                </a:cubicBezTo>
                <a:lnTo>
                  <a:pt x="230187" y="210418"/>
                </a:lnTo>
                <a:cubicBezTo>
                  <a:pt x="232526" y="212945"/>
                  <a:pt x="232432" y="216875"/>
                  <a:pt x="229999" y="219215"/>
                </a:cubicBezTo>
                <a:close/>
                <a:moveTo>
                  <a:pt x="179092" y="166249"/>
                </a:moveTo>
                <a:lnTo>
                  <a:pt x="164494" y="180099"/>
                </a:lnTo>
                <a:lnTo>
                  <a:pt x="146433" y="161570"/>
                </a:lnTo>
                <a:lnTo>
                  <a:pt x="161032" y="147720"/>
                </a:lnTo>
                <a:lnTo>
                  <a:pt x="179092" y="166249"/>
                </a:lnTo>
                <a:close/>
                <a:moveTo>
                  <a:pt x="128092" y="130782"/>
                </a:moveTo>
                <a:lnTo>
                  <a:pt x="37227" y="130782"/>
                </a:lnTo>
                <a:cubicBezTo>
                  <a:pt x="37227" y="105703"/>
                  <a:pt x="57533" y="85397"/>
                  <a:pt x="82613" y="85397"/>
                </a:cubicBezTo>
                <a:cubicBezTo>
                  <a:pt x="107692" y="85397"/>
                  <a:pt x="128092" y="105703"/>
                  <a:pt x="128092" y="130782"/>
                </a:cubicBezTo>
                <a:close/>
                <a:moveTo>
                  <a:pt x="106101" y="60973"/>
                </a:moveTo>
                <a:cubicBezTo>
                  <a:pt x="106101" y="73886"/>
                  <a:pt x="95620" y="84367"/>
                  <a:pt x="82613" y="84367"/>
                </a:cubicBezTo>
                <a:cubicBezTo>
                  <a:pt x="69605" y="84367"/>
                  <a:pt x="59124" y="73886"/>
                  <a:pt x="59124" y="60973"/>
                </a:cubicBezTo>
                <a:cubicBezTo>
                  <a:pt x="59124" y="48059"/>
                  <a:pt x="69605" y="37578"/>
                  <a:pt x="82613" y="37578"/>
                </a:cubicBezTo>
                <a:cubicBezTo>
                  <a:pt x="95620" y="37578"/>
                  <a:pt x="106101" y="48059"/>
                  <a:pt x="106101" y="60973"/>
                </a:cubicBezTo>
                <a:close/>
                <a:moveTo>
                  <a:pt x="151300" y="130782"/>
                </a:moveTo>
                <a:lnTo>
                  <a:pt x="130057" y="130782"/>
                </a:lnTo>
                <a:cubicBezTo>
                  <a:pt x="130057" y="114874"/>
                  <a:pt x="142971" y="101960"/>
                  <a:pt x="158879" y="101960"/>
                </a:cubicBezTo>
                <a:moveTo>
                  <a:pt x="158973" y="101399"/>
                </a:moveTo>
                <a:cubicBezTo>
                  <a:pt x="150738" y="101399"/>
                  <a:pt x="144094" y="94755"/>
                  <a:pt x="144094" y="86520"/>
                </a:cubicBezTo>
                <a:cubicBezTo>
                  <a:pt x="144094" y="78285"/>
                  <a:pt x="150738" y="71641"/>
                  <a:pt x="158973" y="71641"/>
                </a:cubicBezTo>
                <a:moveTo>
                  <a:pt x="248996" y="130782"/>
                </a:moveTo>
                <a:lnTo>
                  <a:pt x="196872" y="130782"/>
                </a:lnTo>
                <a:cubicBezTo>
                  <a:pt x="196872" y="116371"/>
                  <a:pt x="208570" y="104767"/>
                  <a:pt x="222887" y="104767"/>
                </a:cubicBezTo>
                <a:cubicBezTo>
                  <a:pt x="237205" y="104767"/>
                  <a:pt x="248902" y="116371"/>
                  <a:pt x="248902" y="130782"/>
                </a:cubicBezTo>
                <a:close/>
                <a:moveTo>
                  <a:pt x="236456" y="90824"/>
                </a:moveTo>
                <a:cubicBezTo>
                  <a:pt x="236456" y="98217"/>
                  <a:pt x="230467" y="104206"/>
                  <a:pt x="222981" y="104206"/>
                </a:cubicBezTo>
                <a:cubicBezTo>
                  <a:pt x="215495" y="104206"/>
                  <a:pt x="209506" y="98217"/>
                  <a:pt x="209506" y="90824"/>
                </a:cubicBezTo>
                <a:cubicBezTo>
                  <a:pt x="209506" y="83431"/>
                  <a:pt x="215495" y="77442"/>
                  <a:pt x="222981" y="77442"/>
                </a:cubicBezTo>
                <a:cubicBezTo>
                  <a:pt x="230467" y="77442"/>
                  <a:pt x="236456" y="83431"/>
                  <a:pt x="236456" y="90824"/>
                </a:cubicBezTo>
                <a:close/>
                <a:moveTo>
                  <a:pt x="187889" y="112067"/>
                </a:moveTo>
                <a:cubicBezTo>
                  <a:pt x="192194" y="117120"/>
                  <a:pt x="194814" y="123670"/>
                  <a:pt x="194814" y="130782"/>
                </a:cubicBezTo>
                <a:lnTo>
                  <a:pt x="183397" y="130782"/>
                </a:lnTo>
              </a:path>
            </a:pathLst>
          </a:custGeom>
          <a:noFill/>
          <a:ln cap="rnd" cmpd="sng" w="12700">
            <a:solidFill>
              <a:srgbClr val="0E4D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ure Student attention">
  <p:cSld name="Secure Student attention">
    <p:spTree>
      <p:nvGrpSpPr>
        <p:cNvPr id="219" name="Shape 219"/>
        <p:cNvGrpSpPr/>
        <p:nvPr/>
      </p:nvGrpSpPr>
      <p:grpSpPr>
        <a:xfrm>
          <a:off x="0" y="0"/>
          <a:ext cx="0" cy="0"/>
          <a:chOff x="0" y="0"/>
          <a:chExt cx="0" cy="0"/>
        </a:xfrm>
      </p:grpSpPr>
      <p:sp>
        <p:nvSpPr>
          <p:cNvPr id="220" name="Google Shape;220;p43"/>
          <p:cNvSpPr/>
          <p:nvPr/>
        </p:nvSpPr>
        <p:spPr>
          <a:xfrm>
            <a:off x="-232609" y="195979"/>
            <a:ext cx="6216720" cy="640634"/>
          </a:xfrm>
          <a:prstGeom prst="roundRect">
            <a:avLst>
              <a:gd fmla="val 19262" name="adj"/>
            </a:avLst>
          </a:prstGeom>
          <a:solidFill>
            <a:srgbClr val="1E30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43"/>
          <p:cNvSpPr txBox="1"/>
          <p:nvPr/>
        </p:nvSpPr>
        <p:spPr>
          <a:xfrm>
            <a:off x="1228503" y="195979"/>
            <a:ext cx="5741009" cy="61815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Secure Student Attention </a:t>
            </a:r>
            <a:endParaRPr b="1" sz="3000">
              <a:solidFill>
                <a:schemeClr val="lt1"/>
              </a:solidFill>
              <a:latin typeface="Arial"/>
              <a:ea typeface="Arial"/>
              <a:cs typeface="Arial"/>
              <a:sym typeface="Arial"/>
            </a:endParaRPr>
          </a:p>
        </p:txBody>
      </p:sp>
      <p:sp>
        <p:nvSpPr>
          <p:cNvPr id="222" name="Google Shape;222;p43"/>
          <p:cNvSpPr/>
          <p:nvPr/>
        </p:nvSpPr>
        <p:spPr>
          <a:xfrm>
            <a:off x="552449" y="273643"/>
            <a:ext cx="482894" cy="476540"/>
          </a:xfrm>
          <a:custGeom>
            <a:rect b="b" l="l" r="r" t="t"/>
            <a:pathLst>
              <a:path extrusionOk="0" h="476540" w="482894">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43"/>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0C1B3E"/>
              </a:buClr>
              <a:buSzPts val="30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43"/>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rgbClr val="595959"/>
              </a:buClr>
              <a:buSzPts val="2400"/>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25" name="Google Shape;225;p43"/>
          <p:cNvPicPr preferRelativeResize="0"/>
          <p:nvPr/>
        </p:nvPicPr>
        <p:blipFill rotWithShape="1">
          <a:blip r:embed="rId2">
            <a:alphaModFix/>
          </a:blip>
          <a:srcRect b="0" l="0" r="0" t="0"/>
          <a:stretch/>
        </p:blipFill>
        <p:spPr>
          <a:xfrm>
            <a:off x="620514" y="339040"/>
            <a:ext cx="344635" cy="301556"/>
          </a:xfrm>
          <a:prstGeom prst="rect">
            <a:avLst/>
          </a:prstGeom>
          <a:noFill/>
          <a:ln>
            <a:noFill/>
          </a:ln>
        </p:spPr>
      </p:pic>
    </p:spTree>
  </p:cSld>
  <p:clrMapOvr>
    <a:masterClrMapping/>
  </p:clrMapOvr>
  <p:extLst>
    <p:ext uri="{DCECCB84-F9BA-43D5-87BE-67443E8EF086}">
      <p15:sldGuideLst>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6" name="Shape 226"/>
        <p:cNvGrpSpPr/>
        <p:nvPr/>
      </p:nvGrpSpPr>
      <p:grpSpPr>
        <a:xfrm>
          <a:off x="0" y="0"/>
          <a:ext cx="0" cy="0"/>
          <a:chOff x="0" y="0"/>
          <a:chExt cx="0" cy="0"/>
        </a:xfrm>
      </p:grpSpPr>
      <p:sp>
        <p:nvSpPr>
          <p:cNvPr id="227" name="Google Shape;227;p44"/>
          <p:cNvSpPr txBox="1"/>
          <p:nvPr>
            <p:ph idx="10" type="dt"/>
          </p:nvPr>
        </p:nvSpPr>
        <p:spPr>
          <a:xfrm>
            <a:off x="888225" y="6356350"/>
            <a:ext cx="765556" cy="37479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44"/>
          <p:cNvSpPr txBox="1"/>
          <p:nvPr>
            <p:ph idx="11" type="ftr"/>
          </p:nvPr>
        </p:nvSpPr>
        <p:spPr>
          <a:xfrm>
            <a:off x="3543" y="6356350"/>
            <a:ext cx="848360" cy="37479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44"/>
          <p:cNvSpPr txBox="1"/>
          <p:nvPr>
            <p:ph idx="12" type="sldNum"/>
          </p:nvPr>
        </p:nvSpPr>
        <p:spPr>
          <a:xfrm>
            <a:off x="1653299" y="6356350"/>
            <a:ext cx="424129" cy="37479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6" name="Shape 236"/>
        <p:cNvGrpSpPr/>
        <p:nvPr/>
      </p:nvGrpSpPr>
      <p:grpSpPr>
        <a:xfrm>
          <a:off x="0" y="0"/>
          <a:ext cx="0" cy="0"/>
          <a:chOff x="0" y="0"/>
          <a:chExt cx="0" cy="0"/>
        </a:xfrm>
      </p:grpSpPr>
      <p:sp>
        <p:nvSpPr>
          <p:cNvPr id="237" name="Google Shape;23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 name="Google Shape;23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2" name="Shape 242"/>
        <p:cNvGrpSpPr/>
        <p:nvPr/>
      </p:nvGrpSpPr>
      <p:grpSpPr>
        <a:xfrm>
          <a:off x="0" y="0"/>
          <a:ext cx="0" cy="0"/>
          <a:chOff x="0" y="0"/>
          <a:chExt cx="0" cy="0"/>
        </a:xfrm>
      </p:grpSpPr>
      <p:sp>
        <p:nvSpPr>
          <p:cNvPr id="243" name="Google Shape;243;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6" name="Shape 246"/>
        <p:cNvGrpSpPr/>
        <p:nvPr/>
      </p:nvGrpSpPr>
      <p:grpSpPr>
        <a:xfrm>
          <a:off x="0" y="0"/>
          <a:ext cx="0" cy="0"/>
          <a:chOff x="0" y="0"/>
          <a:chExt cx="0" cy="0"/>
        </a:xfrm>
      </p:grpSpPr>
      <p:sp>
        <p:nvSpPr>
          <p:cNvPr id="247" name="Google Shape;247;p4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9" name="Google Shape;24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2" name="Shape 252"/>
        <p:cNvGrpSpPr/>
        <p:nvPr/>
      </p:nvGrpSpPr>
      <p:grpSpPr>
        <a:xfrm>
          <a:off x="0" y="0"/>
          <a:ext cx="0" cy="0"/>
          <a:chOff x="0" y="0"/>
          <a:chExt cx="0" cy="0"/>
        </a:xfrm>
      </p:grpSpPr>
      <p:sp>
        <p:nvSpPr>
          <p:cNvPr id="253" name="Google Shape;253;p4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4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55" name="Google Shape;25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8" name="Shape 258"/>
        <p:cNvGrpSpPr/>
        <p:nvPr/>
      </p:nvGrpSpPr>
      <p:grpSpPr>
        <a:xfrm>
          <a:off x="0" y="0"/>
          <a:ext cx="0" cy="0"/>
          <a:chOff x="0" y="0"/>
          <a:chExt cx="0" cy="0"/>
        </a:xfrm>
      </p:grpSpPr>
      <p:sp>
        <p:nvSpPr>
          <p:cNvPr id="259" name="Google Shape;25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4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4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5" name="Shape 265"/>
        <p:cNvGrpSpPr/>
        <p:nvPr/>
      </p:nvGrpSpPr>
      <p:grpSpPr>
        <a:xfrm>
          <a:off x="0" y="0"/>
          <a:ext cx="0" cy="0"/>
          <a:chOff x="0" y="0"/>
          <a:chExt cx="0" cy="0"/>
        </a:xfrm>
      </p:grpSpPr>
      <p:sp>
        <p:nvSpPr>
          <p:cNvPr id="266" name="Google Shape;266;p4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4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8" name="Google Shape;268;p4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4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70" name="Google Shape;270;p4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 name="Google Shape;27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2" name="Google Shape;27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4" name="Shape 274"/>
        <p:cNvGrpSpPr/>
        <p:nvPr/>
      </p:nvGrpSpPr>
      <p:grpSpPr>
        <a:xfrm>
          <a:off x="0" y="0"/>
          <a:ext cx="0" cy="0"/>
          <a:chOff x="0" y="0"/>
          <a:chExt cx="0" cy="0"/>
        </a:xfrm>
      </p:grpSpPr>
      <p:sp>
        <p:nvSpPr>
          <p:cNvPr id="275" name="Google Shape;275;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9" name="Shape 279"/>
        <p:cNvGrpSpPr/>
        <p:nvPr/>
      </p:nvGrpSpPr>
      <p:grpSpPr>
        <a:xfrm>
          <a:off x="0" y="0"/>
          <a:ext cx="0" cy="0"/>
          <a:chOff x="0" y="0"/>
          <a:chExt cx="0" cy="0"/>
        </a:xfrm>
      </p:grpSpPr>
      <p:sp>
        <p:nvSpPr>
          <p:cNvPr id="280" name="Google Shape;280;p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 name="Google Shape;281;p5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82" name="Google Shape;282;p5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83" name="Google Shape;283;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6" name="Shape 286"/>
        <p:cNvGrpSpPr/>
        <p:nvPr/>
      </p:nvGrpSpPr>
      <p:grpSpPr>
        <a:xfrm>
          <a:off x="0" y="0"/>
          <a:ext cx="0" cy="0"/>
          <a:chOff x="0" y="0"/>
          <a:chExt cx="0" cy="0"/>
        </a:xfrm>
      </p:grpSpPr>
      <p:sp>
        <p:nvSpPr>
          <p:cNvPr id="287" name="Google Shape;287;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51"/>
          <p:cNvSpPr/>
          <p:nvPr>
            <p:ph idx="2" type="pic"/>
          </p:nvPr>
        </p:nvSpPr>
        <p:spPr>
          <a:xfrm>
            <a:off x="5183188" y="987425"/>
            <a:ext cx="6172200" cy="4873625"/>
          </a:xfrm>
          <a:prstGeom prst="rect">
            <a:avLst/>
          </a:prstGeom>
          <a:noFill/>
          <a:ln>
            <a:noFill/>
          </a:ln>
        </p:spPr>
      </p:sp>
      <p:sp>
        <p:nvSpPr>
          <p:cNvPr id="289" name="Google Shape;289;p5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90" name="Google Shape;29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3" name="Shape 293"/>
        <p:cNvGrpSpPr/>
        <p:nvPr/>
      </p:nvGrpSpPr>
      <p:grpSpPr>
        <a:xfrm>
          <a:off x="0" y="0"/>
          <a:ext cx="0" cy="0"/>
          <a:chOff x="0" y="0"/>
          <a:chExt cx="0" cy="0"/>
        </a:xfrm>
      </p:grpSpPr>
      <p:sp>
        <p:nvSpPr>
          <p:cNvPr id="294" name="Google Shape;294;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5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99" name="Shape 299"/>
        <p:cNvGrpSpPr/>
        <p:nvPr/>
      </p:nvGrpSpPr>
      <p:grpSpPr>
        <a:xfrm>
          <a:off x="0" y="0"/>
          <a:ext cx="0" cy="0"/>
          <a:chOff x="0" y="0"/>
          <a:chExt cx="0" cy="0"/>
        </a:xfrm>
      </p:grpSpPr>
      <p:sp>
        <p:nvSpPr>
          <p:cNvPr id="300" name="Google Shape;300;p5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5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 name="Google Shape;30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theme" Target="../theme/theme3.xml"/><Relationship Id="rId25" Type="http://schemas.openxmlformats.org/officeDocument/2006/relationships/slideLayout" Target="../slideLayouts/slideLayout2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p:nvPr/>
        </p:nvSpPr>
        <p:spPr>
          <a:xfrm>
            <a:off x="0" y="0"/>
            <a:ext cx="12192000" cy="6858000"/>
          </a:xfrm>
          <a:prstGeom prst="rect">
            <a:avLst/>
          </a:prstGeom>
          <a:solidFill>
            <a:srgbClr val="FFFFFF"/>
          </a:solidFill>
          <a:ln>
            <a:noFill/>
          </a:ln>
        </p:spPr>
      </p:sp>
      <p:sp>
        <p:nvSpPr>
          <p:cNvPr id="11" name="Google Shape;11;p17"/>
          <p:cNvSpPr txBox="1"/>
          <p:nvPr>
            <p:ph idx="10" type="dt"/>
          </p:nvPr>
        </p:nvSpPr>
        <p:spPr>
          <a:xfrm>
            <a:off x="888225" y="6356350"/>
            <a:ext cx="765556" cy="37479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1" type="ftr"/>
          </p:nvPr>
        </p:nvSpPr>
        <p:spPr>
          <a:xfrm>
            <a:off x="3543" y="6356350"/>
            <a:ext cx="848360" cy="37479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2" type="sldNum"/>
          </p:nvPr>
        </p:nvSpPr>
        <p:spPr>
          <a:xfrm>
            <a:off x="1653299" y="6356350"/>
            <a:ext cx="424129" cy="37479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700" u="none" cap="none" strike="noStrike">
                <a:solidFill>
                  <a:srgbClr val="757575"/>
                </a:solidFill>
                <a:latin typeface="Arial"/>
                <a:ea typeface="Arial"/>
                <a:cs typeface="Arial"/>
                <a:sym typeface="Arial"/>
              </a:defRPr>
            </a:lvl1pPr>
            <a:lvl2pPr indent="0" lvl="1" marL="0" marR="0" rtl="0" algn="r">
              <a:spcBef>
                <a:spcPts val="0"/>
              </a:spcBef>
              <a:buNone/>
              <a:defRPr b="0" i="0" sz="700" u="none" cap="none" strike="noStrike">
                <a:solidFill>
                  <a:srgbClr val="757575"/>
                </a:solidFill>
                <a:latin typeface="Arial"/>
                <a:ea typeface="Arial"/>
                <a:cs typeface="Arial"/>
                <a:sym typeface="Arial"/>
              </a:defRPr>
            </a:lvl2pPr>
            <a:lvl3pPr indent="0" lvl="2" marL="0" marR="0" rtl="0" algn="r">
              <a:spcBef>
                <a:spcPts val="0"/>
              </a:spcBef>
              <a:buNone/>
              <a:defRPr b="0" i="0" sz="700" u="none" cap="none" strike="noStrike">
                <a:solidFill>
                  <a:srgbClr val="757575"/>
                </a:solidFill>
                <a:latin typeface="Arial"/>
                <a:ea typeface="Arial"/>
                <a:cs typeface="Arial"/>
                <a:sym typeface="Arial"/>
              </a:defRPr>
            </a:lvl3pPr>
            <a:lvl4pPr indent="0" lvl="3" marL="0" marR="0" rtl="0" algn="r">
              <a:spcBef>
                <a:spcPts val="0"/>
              </a:spcBef>
              <a:buNone/>
              <a:defRPr b="0" i="0" sz="700" u="none" cap="none" strike="noStrike">
                <a:solidFill>
                  <a:srgbClr val="757575"/>
                </a:solidFill>
                <a:latin typeface="Arial"/>
                <a:ea typeface="Arial"/>
                <a:cs typeface="Arial"/>
                <a:sym typeface="Arial"/>
              </a:defRPr>
            </a:lvl4pPr>
            <a:lvl5pPr indent="0" lvl="4" marL="0" marR="0" rtl="0" algn="r">
              <a:spcBef>
                <a:spcPts val="0"/>
              </a:spcBef>
              <a:buNone/>
              <a:defRPr b="0" i="0" sz="700" u="none" cap="none" strike="noStrike">
                <a:solidFill>
                  <a:srgbClr val="757575"/>
                </a:solidFill>
                <a:latin typeface="Arial"/>
                <a:ea typeface="Arial"/>
                <a:cs typeface="Arial"/>
                <a:sym typeface="Arial"/>
              </a:defRPr>
            </a:lvl5pPr>
            <a:lvl6pPr indent="0" lvl="5" marL="0" marR="0" rtl="0" algn="r">
              <a:spcBef>
                <a:spcPts val="0"/>
              </a:spcBef>
              <a:buNone/>
              <a:defRPr b="0" i="0" sz="700" u="none" cap="none" strike="noStrike">
                <a:solidFill>
                  <a:srgbClr val="757575"/>
                </a:solidFill>
                <a:latin typeface="Arial"/>
                <a:ea typeface="Arial"/>
                <a:cs typeface="Arial"/>
                <a:sym typeface="Arial"/>
              </a:defRPr>
            </a:lvl6pPr>
            <a:lvl7pPr indent="0" lvl="6" marL="0" marR="0" rtl="0" algn="r">
              <a:spcBef>
                <a:spcPts val="0"/>
              </a:spcBef>
              <a:buNone/>
              <a:defRPr b="0" i="0" sz="700" u="none" cap="none" strike="noStrike">
                <a:solidFill>
                  <a:srgbClr val="757575"/>
                </a:solidFill>
                <a:latin typeface="Arial"/>
                <a:ea typeface="Arial"/>
                <a:cs typeface="Arial"/>
                <a:sym typeface="Arial"/>
              </a:defRPr>
            </a:lvl7pPr>
            <a:lvl8pPr indent="0" lvl="7" marL="0" marR="0" rtl="0" algn="r">
              <a:spcBef>
                <a:spcPts val="0"/>
              </a:spcBef>
              <a:buNone/>
              <a:defRPr b="0" i="0" sz="700" u="none" cap="none" strike="noStrike">
                <a:solidFill>
                  <a:srgbClr val="757575"/>
                </a:solidFill>
                <a:latin typeface="Arial"/>
                <a:ea typeface="Arial"/>
                <a:cs typeface="Arial"/>
                <a:sym typeface="Arial"/>
              </a:defRPr>
            </a:lvl8pPr>
            <a:lvl9pPr indent="0" lvl="8" marL="0" marR="0" rtl="0" algn="r">
              <a:spcBef>
                <a:spcPts val="0"/>
              </a:spcBef>
              <a:buNone/>
              <a:defRPr b="0" i="0" sz="7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7"/>
          <p:cNvSpPr txBox="1"/>
          <p:nvPr>
            <p:ph idx="1" type="body"/>
          </p:nvPr>
        </p:nvSpPr>
        <p:spPr>
          <a:xfrm>
            <a:off x="584833" y="1858517"/>
            <a:ext cx="11334750" cy="34964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595959"/>
              </a:buClr>
              <a:buSzPts val="2400"/>
              <a:buFont typeface="Arial"/>
              <a:buNone/>
              <a:defRPr b="0" i="0" sz="2400" u="none" cap="none" strike="noStrike">
                <a:solidFill>
                  <a:srgbClr val="595959"/>
                </a:solidFill>
                <a:latin typeface="Arial"/>
                <a:ea typeface="Arial"/>
                <a:cs typeface="Arial"/>
                <a:sym typeface="Arial"/>
              </a:defRPr>
            </a:lvl1pPr>
            <a:lvl2pPr indent="-381000" lvl="1" marL="914400" marR="0" rtl="0" algn="l">
              <a:lnSpc>
                <a:spcPct val="90000"/>
              </a:lnSpc>
              <a:spcBef>
                <a:spcPts val="500"/>
              </a:spcBef>
              <a:spcAft>
                <a:spcPts val="0"/>
              </a:spcAft>
              <a:buClr>
                <a:srgbClr val="A07524"/>
              </a:buClr>
              <a:buSzPts val="2400"/>
              <a:buFont typeface="NTR"/>
              <a:buChar char="⁃"/>
              <a:defRPr b="0" i="0" sz="2400" u="none" cap="none" strike="noStrike">
                <a:solidFill>
                  <a:srgbClr val="595959"/>
                </a:solidFill>
                <a:latin typeface="Arial"/>
                <a:ea typeface="Arial"/>
                <a:cs typeface="Arial"/>
                <a:sym typeface="Arial"/>
              </a:defRPr>
            </a:lvl2pPr>
            <a:lvl3pPr indent="-381000" lvl="2" marL="1371600" marR="0" rtl="0" algn="l">
              <a:lnSpc>
                <a:spcPct val="90000"/>
              </a:lnSpc>
              <a:spcBef>
                <a:spcPts val="500"/>
              </a:spcBef>
              <a:spcAft>
                <a:spcPts val="0"/>
              </a:spcAft>
              <a:buClr>
                <a:srgbClr val="A07524"/>
              </a:buClr>
              <a:buSzPts val="2400"/>
              <a:buFont typeface="Arial"/>
              <a:buChar char="•"/>
              <a:defRPr b="0" i="0" sz="2400" u="none" cap="none" strike="noStrike">
                <a:solidFill>
                  <a:srgbClr val="595959"/>
                </a:solidFill>
                <a:latin typeface="Arial"/>
                <a:ea typeface="Arial"/>
                <a:cs typeface="Arial"/>
                <a:sym typeface="Arial"/>
              </a:defRPr>
            </a:lvl3pPr>
            <a:lvl4pPr indent="-381000" lvl="3" marL="1828800" marR="0" rtl="0" algn="l">
              <a:lnSpc>
                <a:spcPct val="90000"/>
              </a:lnSpc>
              <a:spcBef>
                <a:spcPts val="500"/>
              </a:spcBef>
              <a:spcAft>
                <a:spcPts val="0"/>
              </a:spcAft>
              <a:buClr>
                <a:srgbClr val="A07524"/>
              </a:buClr>
              <a:buSzPts val="2400"/>
              <a:buFont typeface="NTR"/>
              <a:buChar char="⁃"/>
              <a:defRPr b="0" i="0" sz="2400" u="none" cap="none" strike="noStrike">
                <a:solidFill>
                  <a:srgbClr val="595959"/>
                </a:solidFill>
                <a:latin typeface="Arial"/>
                <a:ea typeface="Arial"/>
                <a:cs typeface="Arial"/>
                <a:sym typeface="Arial"/>
              </a:defRPr>
            </a:lvl4pPr>
            <a:lvl5pPr indent="-381000" lvl="4" marL="2286000" marR="0" rtl="0" algn="l">
              <a:lnSpc>
                <a:spcPct val="90000"/>
              </a:lnSpc>
              <a:spcBef>
                <a:spcPts val="500"/>
              </a:spcBef>
              <a:spcAft>
                <a:spcPts val="0"/>
              </a:spcAft>
              <a:buClr>
                <a:srgbClr val="A07524"/>
              </a:buClr>
              <a:buSzPts val="2400"/>
              <a:buFont typeface="Arial"/>
              <a:buChar char="•"/>
              <a:defRPr b="0" i="0" sz="24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 name="Google Shape;15;p17"/>
          <p:cNvSpPr txBox="1"/>
          <p:nvPr>
            <p:ph type="title"/>
          </p:nvPr>
        </p:nvSpPr>
        <p:spPr>
          <a:xfrm>
            <a:off x="583879" y="370394"/>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20000"/>
              </a:lnSpc>
              <a:spcBef>
                <a:spcPts val="0"/>
              </a:spcBef>
              <a:spcAft>
                <a:spcPts val="0"/>
              </a:spcAft>
              <a:buClr>
                <a:srgbClr val="0C1B3E"/>
              </a:buClr>
              <a:buSzPts val="3000"/>
              <a:buFont typeface="Arial"/>
              <a:buNone/>
              <a:defRPr b="0" i="0" sz="3000" u="none" cap="none" strike="noStrike">
                <a:solidFill>
                  <a:srgbClr val="0C1B3E"/>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 name="Google Shape;16;p17"/>
          <p:cNvGrpSpPr/>
          <p:nvPr/>
        </p:nvGrpSpPr>
        <p:grpSpPr>
          <a:xfrm>
            <a:off x="5934238" y="6352541"/>
            <a:ext cx="5943978" cy="272530"/>
            <a:chOff x="5934238" y="6352541"/>
            <a:chExt cx="5943978" cy="272530"/>
          </a:xfrm>
        </p:grpSpPr>
        <p:sp>
          <p:nvSpPr>
            <p:cNvPr id="17" name="Google Shape;17;p17"/>
            <p:cNvSpPr/>
            <p:nvPr/>
          </p:nvSpPr>
          <p:spPr>
            <a:xfrm>
              <a:off x="5934238" y="6355080"/>
              <a:ext cx="266352" cy="261620"/>
            </a:xfrm>
            <a:custGeom>
              <a:rect b="b" l="l" r="r" t="t"/>
              <a:pathLst>
                <a:path extrusionOk="0" h="261620" w="266352">
                  <a:moveTo>
                    <a:pt x="67136" y="261620"/>
                  </a:moveTo>
                  <a:lnTo>
                    <a:pt x="67136" y="241300"/>
                  </a:lnTo>
                  <a:cubicBezTo>
                    <a:pt x="67136" y="241300"/>
                    <a:pt x="86186" y="246380"/>
                    <a:pt x="95076" y="243840"/>
                  </a:cubicBezTo>
                  <a:cubicBezTo>
                    <a:pt x="101426" y="242570"/>
                    <a:pt x="102696" y="236220"/>
                    <a:pt x="101426" y="233680"/>
                  </a:cubicBezTo>
                  <a:cubicBezTo>
                    <a:pt x="101426" y="232410"/>
                    <a:pt x="101426" y="231140"/>
                    <a:pt x="101426" y="229870"/>
                  </a:cubicBezTo>
                  <a:lnTo>
                    <a:pt x="103966" y="229870"/>
                  </a:lnTo>
                  <a:cubicBezTo>
                    <a:pt x="103966" y="227330"/>
                    <a:pt x="103966" y="227330"/>
                    <a:pt x="103966" y="227330"/>
                  </a:cubicBezTo>
                  <a:cubicBezTo>
                    <a:pt x="103966" y="226060"/>
                    <a:pt x="101426" y="224790"/>
                    <a:pt x="101426" y="223520"/>
                  </a:cubicBezTo>
                  <a:cubicBezTo>
                    <a:pt x="101426" y="223520"/>
                    <a:pt x="105236" y="222250"/>
                    <a:pt x="105236" y="219710"/>
                  </a:cubicBezTo>
                  <a:cubicBezTo>
                    <a:pt x="105236" y="219710"/>
                    <a:pt x="105236" y="219710"/>
                    <a:pt x="105236" y="218440"/>
                  </a:cubicBezTo>
                  <a:lnTo>
                    <a:pt x="105236" y="215900"/>
                  </a:lnTo>
                  <a:cubicBezTo>
                    <a:pt x="102696" y="215900"/>
                    <a:pt x="102696" y="212090"/>
                    <a:pt x="102696" y="212090"/>
                  </a:cubicBezTo>
                  <a:cubicBezTo>
                    <a:pt x="102696" y="212090"/>
                    <a:pt x="102696" y="212090"/>
                    <a:pt x="102696" y="210820"/>
                  </a:cubicBezTo>
                  <a:cubicBezTo>
                    <a:pt x="105236" y="210820"/>
                    <a:pt x="107776" y="210820"/>
                    <a:pt x="110316" y="209550"/>
                  </a:cubicBezTo>
                  <a:cubicBezTo>
                    <a:pt x="112856" y="209550"/>
                    <a:pt x="115396" y="205740"/>
                    <a:pt x="114126" y="203200"/>
                  </a:cubicBezTo>
                  <a:lnTo>
                    <a:pt x="102696" y="189230"/>
                  </a:lnTo>
                  <a:cubicBezTo>
                    <a:pt x="102696" y="189230"/>
                    <a:pt x="102696" y="187960"/>
                    <a:pt x="102696" y="186690"/>
                  </a:cubicBezTo>
                  <a:lnTo>
                    <a:pt x="102696" y="186690"/>
                  </a:lnTo>
                  <a:cubicBezTo>
                    <a:pt x="102696" y="186690"/>
                    <a:pt x="102696" y="184150"/>
                    <a:pt x="102696" y="182880"/>
                  </a:cubicBezTo>
                  <a:cubicBezTo>
                    <a:pt x="106506" y="176530"/>
                    <a:pt x="105236" y="171450"/>
                    <a:pt x="103966" y="168910"/>
                  </a:cubicBezTo>
                  <a:cubicBezTo>
                    <a:pt x="89996" y="102870"/>
                    <a:pt x="-11604" y="110490"/>
                    <a:pt x="1096" y="187960"/>
                  </a:cubicBezTo>
                  <a:cubicBezTo>
                    <a:pt x="2366" y="198120"/>
                    <a:pt x="12526" y="204470"/>
                    <a:pt x="12526" y="218440"/>
                  </a:cubicBezTo>
                  <a:cubicBezTo>
                    <a:pt x="12526" y="236220"/>
                    <a:pt x="8716" y="261620"/>
                    <a:pt x="8716" y="261620"/>
                  </a:cubicBezTo>
                  <a:moveTo>
                    <a:pt x="199216" y="261620"/>
                  </a:moveTo>
                  <a:lnTo>
                    <a:pt x="199216" y="241300"/>
                  </a:lnTo>
                  <a:cubicBezTo>
                    <a:pt x="199216" y="241300"/>
                    <a:pt x="180166" y="246380"/>
                    <a:pt x="171276" y="243840"/>
                  </a:cubicBezTo>
                  <a:cubicBezTo>
                    <a:pt x="164926" y="242570"/>
                    <a:pt x="163656" y="236220"/>
                    <a:pt x="164926" y="233680"/>
                  </a:cubicBezTo>
                  <a:cubicBezTo>
                    <a:pt x="164926" y="232410"/>
                    <a:pt x="164926" y="231140"/>
                    <a:pt x="164926" y="229870"/>
                  </a:cubicBezTo>
                  <a:lnTo>
                    <a:pt x="162386" y="229870"/>
                  </a:lnTo>
                  <a:cubicBezTo>
                    <a:pt x="162386" y="227330"/>
                    <a:pt x="162386" y="227330"/>
                    <a:pt x="162386" y="227330"/>
                  </a:cubicBezTo>
                  <a:cubicBezTo>
                    <a:pt x="162386" y="226060"/>
                    <a:pt x="164926" y="224790"/>
                    <a:pt x="164926" y="223520"/>
                  </a:cubicBezTo>
                  <a:cubicBezTo>
                    <a:pt x="164926" y="223520"/>
                    <a:pt x="161116" y="222250"/>
                    <a:pt x="161116" y="219710"/>
                  </a:cubicBezTo>
                  <a:cubicBezTo>
                    <a:pt x="161116" y="219710"/>
                    <a:pt x="161116" y="219710"/>
                    <a:pt x="161116" y="218440"/>
                  </a:cubicBezTo>
                  <a:lnTo>
                    <a:pt x="161116" y="215900"/>
                  </a:lnTo>
                  <a:cubicBezTo>
                    <a:pt x="163656" y="215900"/>
                    <a:pt x="163656" y="212090"/>
                    <a:pt x="163656" y="212090"/>
                  </a:cubicBezTo>
                  <a:cubicBezTo>
                    <a:pt x="163656" y="212090"/>
                    <a:pt x="163656" y="212090"/>
                    <a:pt x="163656" y="210820"/>
                  </a:cubicBezTo>
                  <a:cubicBezTo>
                    <a:pt x="161116" y="210820"/>
                    <a:pt x="158576" y="210820"/>
                    <a:pt x="156036" y="209550"/>
                  </a:cubicBezTo>
                  <a:cubicBezTo>
                    <a:pt x="153496" y="209550"/>
                    <a:pt x="150956" y="205740"/>
                    <a:pt x="152226" y="203200"/>
                  </a:cubicBezTo>
                  <a:lnTo>
                    <a:pt x="163656" y="189230"/>
                  </a:lnTo>
                  <a:cubicBezTo>
                    <a:pt x="163656" y="189230"/>
                    <a:pt x="163656" y="187960"/>
                    <a:pt x="163656" y="186690"/>
                  </a:cubicBezTo>
                  <a:lnTo>
                    <a:pt x="163656" y="186690"/>
                  </a:lnTo>
                  <a:cubicBezTo>
                    <a:pt x="163656" y="186690"/>
                    <a:pt x="163656" y="184150"/>
                    <a:pt x="163656" y="182880"/>
                  </a:cubicBezTo>
                  <a:cubicBezTo>
                    <a:pt x="159846" y="176530"/>
                    <a:pt x="161116" y="171450"/>
                    <a:pt x="162386" y="168910"/>
                  </a:cubicBezTo>
                  <a:cubicBezTo>
                    <a:pt x="176356" y="102870"/>
                    <a:pt x="277956" y="110490"/>
                    <a:pt x="265256" y="187960"/>
                  </a:cubicBezTo>
                  <a:cubicBezTo>
                    <a:pt x="263986" y="198120"/>
                    <a:pt x="253826" y="204470"/>
                    <a:pt x="253826" y="218440"/>
                  </a:cubicBezTo>
                  <a:cubicBezTo>
                    <a:pt x="253826" y="236220"/>
                    <a:pt x="257636" y="261620"/>
                    <a:pt x="257636" y="261620"/>
                  </a:cubicBezTo>
                  <a:moveTo>
                    <a:pt x="140796" y="97790"/>
                  </a:moveTo>
                  <a:cubicBezTo>
                    <a:pt x="147146" y="100330"/>
                    <a:pt x="156036" y="102870"/>
                    <a:pt x="163656" y="102870"/>
                  </a:cubicBezTo>
                  <a:cubicBezTo>
                    <a:pt x="171276" y="102870"/>
                    <a:pt x="182706" y="100330"/>
                    <a:pt x="190326" y="95250"/>
                  </a:cubicBezTo>
                  <a:lnTo>
                    <a:pt x="190326" y="95250"/>
                  </a:lnTo>
                  <a:cubicBezTo>
                    <a:pt x="190326" y="95250"/>
                    <a:pt x="215726" y="101600"/>
                    <a:pt x="215726" y="101600"/>
                  </a:cubicBezTo>
                  <a:lnTo>
                    <a:pt x="210646" y="74930"/>
                  </a:lnTo>
                  <a:lnTo>
                    <a:pt x="210646" y="74930"/>
                  </a:lnTo>
                  <a:cubicBezTo>
                    <a:pt x="214456" y="67310"/>
                    <a:pt x="216996" y="59690"/>
                    <a:pt x="216996" y="50800"/>
                  </a:cubicBezTo>
                  <a:cubicBezTo>
                    <a:pt x="216996" y="22860"/>
                    <a:pt x="192866" y="0"/>
                    <a:pt x="163656" y="0"/>
                  </a:cubicBezTo>
                  <a:cubicBezTo>
                    <a:pt x="134446" y="0"/>
                    <a:pt x="149686" y="0"/>
                    <a:pt x="144606" y="3810"/>
                  </a:cubicBezTo>
                  <a:cubicBezTo>
                    <a:pt x="143336" y="3810"/>
                    <a:pt x="142066" y="3810"/>
                    <a:pt x="142066" y="3810"/>
                  </a:cubicBezTo>
                  <a:moveTo>
                    <a:pt x="55706" y="74930"/>
                  </a:moveTo>
                  <a:cubicBezTo>
                    <a:pt x="51896" y="67310"/>
                    <a:pt x="49356" y="59690"/>
                    <a:pt x="49356" y="50800"/>
                  </a:cubicBezTo>
                  <a:cubicBezTo>
                    <a:pt x="49356" y="22860"/>
                    <a:pt x="73486" y="0"/>
                    <a:pt x="102696" y="0"/>
                  </a:cubicBezTo>
                  <a:cubicBezTo>
                    <a:pt x="131906" y="0"/>
                    <a:pt x="156036" y="22860"/>
                    <a:pt x="156036" y="50800"/>
                  </a:cubicBezTo>
                  <a:cubicBezTo>
                    <a:pt x="156036" y="78740"/>
                    <a:pt x="131906" y="101600"/>
                    <a:pt x="102696" y="101600"/>
                  </a:cubicBezTo>
                  <a:cubicBezTo>
                    <a:pt x="73486" y="101600"/>
                    <a:pt x="83646" y="99060"/>
                    <a:pt x="76026" y="93980"/>
                  </a:cubicBezTo>
                  <a:lnTo>
                    <a:pt x="76026" y="93980"/>
                  </a:lnTo>
                  <a:cubicBezTo>
                    <a:pt x="76026" y="93980"/>
                    <a:pt x="50626" y="100330"/>
                    <a:pt x="50626" y="100330"/>
                  </a:cubicBezTo>
                  <a:lnTo>
                    <a:pt x="55706" y="73660"/>
                  </a:lnTo>
                  <a:lnTo>
                    <a:pt x="55706" y="73660"/>
                  </a:lnTo>
                  <a:close/>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17"/>
            <p:cNvSpPr/>
            <p:nvPr/>
          </p:nvSpPr>
          <p:spPr>
            <a:xfrm>
              <a:off x="7652602" y="6363451"/>
              <a:ext cx="244882" cy="245629"/>
            </a:xfrm>
            <a:custGeom>
              <a:rect b="b" l="l" r="r" t="t"/>
              <a:pathLst>
                <a:path extrusionOk="0" h="245629" w="244882">
                  <a:moveTo>
                    <a:pt x="126773" y="133869"/>
                  </a:moveTo>
                  <a:lnTo>
                    <a:pt x="126773" y="133869"/>
                  </a:lnTo>
                  <a:cubicBezTo>
                    <a:pt x="126773" y="151649"/>
                    <a:pt x="112803" y="165619"/>
                    <a:pt x="95023" y="165619"/>
                  </a:cubicBezTo>
                  <a:lnTo>
                    <a:pt x="42953" y="165619"/>
                  </a:lnTo>
                  <a:cubicBezTo>
                    <a:pt x="34063" y="165619"/>
                    <a:pt x="27713" y="173239"/>
                    <a:pt x="27713" y="180859"/>
                  </a:cubicBezTo>
                  <a:cubicBezTo>
                    <a:pt x="27713" y="188479"/>
                    <a:pt x="35333" y="196099"/>
                    <a:pt x="42953" y="196099"/>
                  </a:cubicBezTo>
                  <a:lnTo>
                    <a:pt x="128043" y="196099"/>
                  </a:lnTo>
                  <a:cubicBezTo>
                    <a:pt x="136933" y="196099"/>
                    <a:pt x="144553" y="198639"/>
                    <a:pt x="152173" y="202449"/>
                  </a:cubicBezTo>
                  <a:cubicBezTo>
                    <a:pt x="161063" y="208799"/>
                    <a:pt x="172493" y="211339"/>
                    <a:pt x="183923" y="211339"/>
                  </a:cubicBezTo>
                  <a:lnTo>
                    <a:pt x="186463" y="211339"/>
                  </a:lnTo>
                  <a:cubicBezTo>
                    <a:pt x="218213" y="211339"/>
                    <a:pt x="244883" y="185939"/>
                    <a:pt x="244883" y="152919"/>
                  </a:cubicBezTo>
                  <a:cubicBezTo>
                    <a:pt x="244883" y="119899"/>
                    <a:pt x="227103" y="103389"/>
                    <a:pt x="201703" y="97039"/>
                  </a:cubicBezTo>
                  <a:lnTo>
                    <a:pt x="136933" y="79259"/>
                  </a:lnTo>
                  <a:moveTo>
                    <a:pt x="88673" y="67829"/>
                  </a:moveTo>
                  <a:lnTo>
                    <a:pt x="70893" y="62749"/>
                  </a:lnTo>
                  <a:cubicBezTo>
                    <a:pt x="64543" y="61479"/>
                    <a:pt x="56923" y="62749"/>
                    <a:pt x="53113" y="70369"/>
                  </a:cubicBezTo>
                  <a:lnTo>
                    <a:pt x="2313" y="155459"/>
                  </a:lnTo>
                  <a:cubicBezTo>
                    <a:pt x="-2767" y="163079"/>
                    <a:pt x="1043" y="173239"/>
                    <a:pt x="8663" y="177049"/>
                  </a:cubicBezTo>
                  <a:cubicBezTo>
                    <a:pt x="16283" y="180859"/>
                    <a:pt x="26443" y="178319"/>
                    <a:pt x="30253" y="170699"/>
                  </a:cubicBezTo>
                  <a:moveTo>
                    <a:pt x="17553" y="218959"/>
                  </a:moveTo>
                  <a:lnTo>
                    <a:pt x="35333" y="229119"/>
                  </a:lnTo>
                  <a:moveTo>
                    <a:pt x="130583" y="43699"/>
                  </a:moveTo>
                  <a:lnTo>
                    <a:pt x="69623" y="150379"/>
                  </a:lnTo>
                  <a:moveTo>
                    <a:pt x="97563" y="150379"/>
                  </a:moveTo>
                  <a:lnTo>
                    <a:pt x="163603" y="36079"/>
                  </a:lnTo>
                  <a:cubicBezTo>
                    <a:pt x="169953" y="24649"/>
                    <a:pt x="166143" y="10679"/>
                    <a:pt x="154713" y="3059"/>
                  </a:cubicBezTo>
                  <a:cubicBezTo>
                    <a:pt x="143283" y="-3291"/>
                    <a:pt x="129313" y="519"/>
                    <a:pt x="122963" y="11949"/>
                  </a:cubicBezTo>
                  <a:lnTo>
                    <a:pt x="42953" y="150379"/>
                  </a:lnTo>
                  <a:lnTo>
                    <a:pt x="34063" y="166889"/>
                  </a:lnTo>
                  <a:lnTo>
                    <a:pt x="16283" y="196099"/>
                  </a:lnTo>
                  <a:lnTo>
                    <a:pt x="16283" y="245629"/>
                  </a:lnTo>
                  <a:lnTo>
                    <a:pt x="58193" y="220229"/>
                  </a:lnTo>
                  <a:lnTo>
                    <a:pt x="62003" y="213879"/>
                  </a:lnTo>
                  <a:moveTo>
                    <a:pt x="131853" y="25919"/>
                  </a:moveTo>
                  <a:lnTo>
                    <a:pt x="159793" y="41159"/>
                  </a:lnTo>
                  <a:moveTo>
                    <a:pt x="152173" y="55129"/>
                  </a:moveTo>
                  <a:lnTo>
                    <a:pt x="124233" y="39889"/>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17"/>
            <p:cNvSpPr/>
            <p:nvPr/>
          </p:nvSpPr>
          <p:spPr>
            <a:xfrm>
              <a:off x="6513184" y="6361430"/>
              <a:ext cx="247650" cy="247650"/>
            </a:xfrm>
            <a:custGeom>
              <a:rect b="b" l="l" r="r" t="t"/>
              <a:pathLst>
                <a:path extrusionOk="0" h="247650" w="247650">
                  <a:moveTo>
                    <a:pt x="210821" y="165100"/>
                  </a:moveTo>
                  <a:lnTo>
                    <a:pt x="247650" y="173990"/>
                  </a:lnTo>
                  <a:moveTo>
                    <a:pt x="154940" y="210820"/>
                  </a:moveTo>
                  <a:lnTo>
                    <a:pt x="163830" y="247650"/>
                  </a:lnTo>
                  <a:moveTo>
                    <a:pt x="182880" y="193040"/>
                  </a:moveTo>
                  <a:lnTo>
                    <a:pt x="246380" y="247650"/>
                  </a:lnTo>
                  <a:moveTo>
                    <a:pt x="54611" y="82550"/>
                  </a:moveTo>
                  <a:lnTo>
                    <a:pt x="26670" y="82550"/>
                  </a:lnTo>
                  <a:lnTo>
                    <a:pt x="26670" y="0"/>
                  </a:lnTo>
                  <a:lnTo>
                    <a:pt x="54611" y="0"/>
                  </a:lnTo>
                  <a:lnTo>
                    <a:pt x="54611" y="82550"/>
                  </a:lnTo>
                  <a:close/>
                  <a:moveTo>
                    <a:pt x="171450" y="129540"/>
                  </a:moveTo>
                  <a:cubicBezTo>
                    <a:pt x="185421" y="143510"/>
                    <a:pt x="185421" y="166370"/>
                    <a:pt x="171450" y="181610"/>
                  </a:cubicBezTo>
                  <a:cubicBezTo>
                    <a:pt x="157480" y="195580"/>
                    <a:pt x="134620" y="195580"/>
                    <a:pt x="119380" y="181610"/>
                  </a:cubicBezTo>
                  <a:moveTo>
                    <a:pt x="200661" y="100330"/>
                  </a:moveTo>
                  <a:lnTo>
                    <a:pt x="91440" y="210820"/>
                  </a:lnTo>
                  <a:lnTo>
                    <a:pt x="64770" y="146050"/>
                  </a:lnTo>
                  <a:lnTo>
                    <a:pt x="135890" y="74930"/>
                  </a:lnTo>
                  <a:lnTo>
                    <a:pt x="200661" y="100330"/>
                  </a:lnTo>
                  <a:close/>
                  <a:moveTo>
                    <a:pt x="54611" y="26670"/>
                  </a:moveTo>
                  <a:lnTo>
                    <a:pt x="71120" y="10160"/>
                  </a:lnTo>
                  <a:lnTo>
                    <a:pt x="135890" y="74930"/>
                  </a:lnTo>
                  <a:lnTo>
                    <a:pt x="64770" y="146050"/>
                  </a:lnTo>
                  <a:lnTo>
                    <a:pt x="0" y="81280"/>
                  </a:lnTo>
                  <a:lnTo>
                    <a:pt x="27940" y="53340"/>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17"/>
            <p:cNvSpPr/>
            <p:nvPr/>
          </p:nvSpPr>
          <p:spPr>
            <a:xfrm>
              <a:off x="8242925" y="6357611"/>
              <a:ext cx="205740" cy="254955"/>
            </a:xfrm>
            <a:custGeom>
              <a:rect b="b" l="l" r="r" t="t"/>
              <a:pathLst>
                <a:path extrusionOk="0" h="254955" w="205740">
                  <a:moveTo>
                    <a:pt x="0" y="29220"/>
                  </a:moveTo>
                  <a:cubicBezTo>
                    <a:pt x="0" y="21600"/>
                    <a:pt x="6350" y="15250"/>
                    <a:pt x="12700" y="12710"/>
                  </a:cubicBezTo>
                  <a:lnTo>
                    <a:pt x="41910" y="1280"/>
                  </a:lnTo>
                  <a:cubicBezTo>
                    <a:pt x="50800" y="-2530"/>
                    <a:pt x="60960" y="2550"/>
                    <a:pt x="64770" y="11440"/>
                  </a:cubicBezTo>
                  <a:lnTo>
                    <a:pt x="76200" y="54620"/>
                  </a:lnTo>
                  <a:lnTo>
                    <a:pt x="55880" y="71130"/>
                  </a:lnTo>
                  <a:cubicBezTo>
                    <a:pt x="52070" y="74940"/>
                    <a:pt x="49530" y="78750"/>
                    <a:pt x="50800" y="83830"/>
                  </a:cubicBezTo>
                  <a:cubicBezTo>
                    <a:pt x="57150" y="128280"/>
                    <a:pt x="76200" y="162570"/>
                    <a:pt x="110490" y="184160"/>
                  </a:cubicBezTo>
                  <a:cubicBezTo>
                    <a:pt x="114300" y="186700"/>
                    <a:pt x="119380" y="187970"/>
                    <a:pt x="124460" y="185430"/>
                  </a:cubicBezTo>
                  <a:lnTo>
                    <a:pt x="149860" y="176540"/>
                  </a:lnTo>
                  <a:lnTo>
                    <a:pt x="181610" y="207020"/>
                  </a:lnTo>
                  <a:cubicBezTo>
                    <a:pt x="187960" y="213370"/>
                    <a:pt x="187960" y="224800"/>
                    <a:pt x="180340" y="231150"/>
                  </a:cubicBezTo>
                  <a:lnTo>
                    <a:pt x="156210" y="250200"/>
                  </a:lnTo>
                  <a:cubicBezTo>
                    <a:pt x="149860" y="255280"/>
                    <a:pt x="142240" y="256550"/>
                    <a:pt x="135890" y="252740"/>
                  </a:cubicBezTo>
                  <a:cubicBezTo>
                    <a:pt x="111760" y="243850"/>
                    <a:pt x="66040" y="212100"/>
                    <a:pt x="34290" y="158760"/>
                  </a:cubicBezTo>
                  <a:cubicBezTo>
                    <a:pt x="2540" y="105420"/>
                    <a:pt x="-1270" y="50810"/>
                    <a:pt x="1270" y="26680"/>
                  </a:cubicBezTo>
                  <a:close/>
                  <a:moveTo>
                    <a:pt x="194310" y="59700"/>
                  </a:moveTo>
                  <a:lnTo>
                    <a:pt x="177800" y="59700"/>
                  </a:lnTo>
                  <a:lnTo>
                    <a:pt x="177800" y="43190"/>
                  </a:lnTo>
                  <a:moveTo>
                    <a:pt x="127000" y="124470"/>
                  </a:moveTo>
                  <a:lnTo>
                    <a:pt x="127000" y="107960"/>
                  </a:lnTo>
                  <a:lnTo>
                    <a:pt x="110490" y="107960"/>
                  </a:lnTo>
                  <a:moveTo>
                    <a:pt x="177800" y="124470"/>
                  </a:moveTo>
                  <a:lnTo>
                    <a:pt x="177800" y="107960"/>
                  </a:lnTo>
                  <a:lnTo>
                    <a:pt x="194310" y="107960"/>
                  </a:lnTo>
                  <a:moveTo>
                    <a:pt x="110490" y="59700"/>
                  </a:moveTo>
                  <a:lnTo>
                    <a:pt x="127000" y="59700"/>
                  </a:lnTo>
                  <a:lnTo>
                    <a:pt x="127000" y="43190"/>
                  </a:lnTo>
                  <a:moveTo>
                    <a:pt x="156210" y="80020"/>
                  </a:moveTo>
                  <a:lnTo>
                    <a:pt x="189230" y="47000"/>
                  </a:lnTo>
                  <a:moveTo>
                    <a:pt x="114300" y="120660"/>
                  </a:moveTo>
                  <a:lnTo>
                    <a:pt x="147320" y="87640"/>
                  </a:lnTo>
                  <a:moveTo>
                    <a:pt x="156210" y="87640"/>
                  </a:moveTo>
                  <a:lnTo>
                    <a:pt x="189230" y="120660"/>
                  </a:lnTo>
                  <a:moveTo>
                    <a:pt x="114300" y="47000"/>
                  </a:moveTo>
                  <a:lnTo>
                    <a:pt x="147320" y="80020"/>
                  </a:lnTo>
                  <a:moveTo>
                    <a:pt x="199390" y="95260"/>
                  </a:moveTo>
                  <a:lnTo>
                    <a:pt x="187960" y="83830"/>
                  </a:lnTo>
                  <a:lnTo>
                    <a:pt x="199390" y="72400"/>
                  </a:lnTo>
                  <a:moveTo>
                    <a:pt x="105410" y="95260"/>
                  </a:moveTo>
                  <a:lnTo>
                    <a:pt x="116840" y="83830"/>
                  </a:lnTo>
                  <a:lnTo>
                    <a:pt x="105410" y="72400"/>
                  </a:lnTo>
                  <a:moveTo>
                    <a:pt x="140970" y="130820"/>
                  </a:moveTo>
                  <a:lnTo>
                    <a:pt x="152400" y="119390"/>
                  </a:lnTo>
                  <a:lnTo>
                    <a:pt x="163830" y="130820"/>
                  </a:lnTo>
                  <a:moveTo>
                    <a:pt x="140970" y="36840"/>
                  </a:moveTo>
                  <a:lnTo>
                    <a:pt x="152400" y="48270"/>
                  </a:lnTo>
                  <a:lnTo>
                    <a:pt x="163830" y="36840"/>
                  </a:lnTo>
                  <a:moveTo>
                    <a:pt x="158750" y="83830"/>
                  </a:moveTo>
                  <a:lnTo>
                    <a:pt x="205740" y="83830"/>
                  </a:lnTo>
                  <a:moveTo>
                    <a:pt x="99060" y="83830"/>
                  </a:moveTo>
                  <a:lnTo>
                    <a:pt x="146050" y="83830"/>
                  </a:lnTo>
                  <a:moveTo>
                    <a:pt x="152400" y="90180"/>
                  </a:moveTo>
                  <a:lnTo>
                    <a:pt x="152400" y="137170"/>
                  </a:lnTo>
                  <a:moveTo>
                    <a:pt x="152400" y="31760"/>
                  </a:moveTo>
                  <a:lnTo>
                    <a:pt x="152400" y="78750"/>
                  </a:lnTo>
                  <a:moveTo>
                    <a:pt x="158750" y="83830"/>
                  </a:moveTo>
                  <a:cubicBezTo>
                    <a:pt x="158750" y="87640"/>
                    <a:pt x="156210" y="90180"/>
                    <a:pt x="152400" y="90180"/>
                  </a:cubicBezTo>
                  <a:cubicBezTo>
                    <a:pt x="148590" y="90180"/>
                    <a:pt x="146050" y="87640"/>
                    <a:pt x="146050" y="83830"/>
                  </a:cubicBezTo>
                  <a:cubicBezTo>
                    <a:pt x="146050" y="80020"/>
                    <a:pt x="148590" y="77480"/>
                    <a:pt x="152400" y="77480"/>
                  </a:cubicBezTo>
                  <a:cubicBezTo>
                    <a:pt x="156210" y="77480"/>
                    <a:pt x="158750" y="80020"/>
                    <a:pt x="158750" y="83830"/>
                  </a:cubicBezTo>
                  <a:close/>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17"/>
            <p:cNvSpPr/>
            <p:nvPr/>
          </p:nvSpPr>
          <p:spPr>
            <a:xfrm>
              <a:off x="9338935" y="6385560"/>
              <a:ext cx="290142" cy="199390"/>
            </a:xfrm>
            <a:custGeom>
              <a:rect b="b" l="l" r="r" t="t"/>
              <a:pathLst>
                <a:path extrusionOk="0" h="199390" w="290142">
                  <a:moveTo>
                    <a:pt x="193040" y="10160"/>
                  </a:moveTo>
                  <a:lnTo>
                    <a:pt x="204471" y="36830"/>
                  </a:lnTo>
                  <a:lnTo>
                    <a:pt x="175261" y="36830"/>
                  </a:lnTo>
                  <a:moveTo>
                    <a:pt x="96520" y="36830"/>
                  </a:moveTo>
                  <a:lnTo>
                    <a:pt x="96520" y="36830"/>
                  </a:lnTo>
                  <a:cubicBezTo>
                    <a:pt x="127000" y="16510"/>
                    <a:pt x="166371" y="15240"/>
                    <a:pt x="199390" y="33020"/>
                  </a:cubicBezTo>
                  <a:moveTo>
                    <a:pt x="12700" y="63500"/>
                  </a:moveTo>
                  <a:lnTo>
                    <a:pt x="45720" y="63500"/>
                  </a:lnTo>
                  <a:moveTo>
                    <a:pt x="33020" y="90170"/>
                  </a:moveTo>
                  <a:cubicBezTo>
                    <a:pt x="39370" y="90170"/>
                    <a:pt x="45720" y="85090"/>
                    <a:pt x="45720" y="77470"/>
                  </a:cubicBezTo>
                  <a:lnTo>
                    <a:pt x="45720" y="63500"/>
                  </a:lnTo>
                  <a:cubicBezTo>
                    <a:pt x="45720" y="57150"/>
                    <a:pt x="49530" y="49530"/>
                    <a:pt x="53340" y="44450"/>
                  </a:cubicBezTo>
                  <a:cubicBezTo>
                    <a:pt x="55880" y="39370"/>
                    <a:pt x="58420" y="34290"/>
                    <a:pt x="58420" y="29210"/>
                  </a:cubicBezTo>
                  <a:cubicBezTo>
                    <a:pt x="58420" y="12700"/>
                    <a:pt x="45720" y="0"/>
                    <a:pt x="29211" y="0"/>
                  </a:cubicBezTo>
                  <a:cubicBezTo>
                    <a:pt x="12700" y="0"/>
                    <a:pt x="0" y="12700"/>
                    <a:pt x="0" y="29210"/>
                  </a:cubicBezTo>
                  <a:cubicBezTo>
                    <a:pt x="0" y="45720"/>
                    <a:pt x="1270" y="40640"/>
                    <a:pt x="5080" y="44450"/>
                  </a:cubicBezTo>
                  <a:cubicBezTo>
                    <a:pt x="8890" y="50800"/>
                    <a:pt x="12700" y="57150"/>
                    <a:pt x="12700" y="63500"/>
                  </a:cubicBezTo>
                  <a:lnTo>
                    <a:pt x="12700" y="77470"/>
                  </a:lnTo>
                  <a:cubicBezTo>
                    <a:pt x="12700" y="83820"/>
                    <a:pt x="17780" y="90170"/>
                    <a:pt x="25400" y="90170"/>
                  </a:cubicBezTo>
                  <a:lnTo>
                    <a:pt x="34290" y="90170"/>
                  </a:lnTo>
                  <a:close/>
                  <a:moveTo>
                    <a:pt x="285750" y="128270"/>
                  </a:moveTo>
                  <a:cubicBezTo>
                    <a:pt x="278130" y="143510"/>
                    <a:pt x="273050" y="153670"/>
                    <a:pt x="275590" y="167640"/>
                  </a:cubicBezTo>
                  <a:lnTo>
                    <a:pt x="279400" y="193040"/>
                  </a:lnTo>
                  <a:cubicBezTo>
                    <a:pt x="279400" y="196850"/>
                    <a:pt x="276861" y="199390"/>
                    <a:pt x="273050" y="199390"/>
                  </a:cubicBezTo>
                  <a:lnTo>
                    <a:pt x="228600" y="199390"/>
                  </a:lnTo>
                  <a:cubicBezTo>
                    <a:pt x="224790" y="199390"/>
                    <a:pt x="222250" y="196850"/>
                    <a:pt x="222250" y="193040"/>
                  </a:cubicBezTo>
                  <a:lnTo>
                    <a:pt x="222250" y="184150"/>
                  </a:lnTo>
                  <a:cubicBezTo>
                    <a:pt x="222250" y="180340"/>
                    <a:pt x="218440" y="177800"/>
                    <a:pt x="215900" y="177800"/>
                  </a:cubicBezTo>
                  <a:lnTo>
                    <a:pt x="205740" y="177800"/>
                  </a:lnTo>
                  <a:cubicBezTo>
                    <a:pt x="195580" y="180340"/>
                    <a:pt x="187961" y="172720"/>
                    <a:pt x="187961" y="162560"/>
                  </a:cubicBezTo>
                  <a:lnTo>
                    <a:pt x="187961" y="149860"/>
                  </a:lnTo>
                  <a:cubicBezTo>
                    <a:pt x="187961" y="146050"/>
                    <a:pt x="187961" y="143510"/>
                    <a:pt x="184150" y="143510"/>
                  </a:cubicBezTo>
                  <a:lnTo>
                    <a:pt x="180340" y="143510"/>
                  </a:lnTo>
                  <a:cubicBezTo>
                    <a:pt x="173990" y="143510"/>
                    <a:pt x="170180" y="137160"/>
                    <a:pt x="172721" y="130810"/>
                  </a:cubicBezTo>
                  <a:lnTo>
                    <a:pt x="180340" y="116840"/>
                  </a:lnTo>
                  <a:cubicBezTo>
                    <a:pt x="182880" y="111760"/>
                    <a:pt x="182880" y="106680"/>
                    <a:pt x="180340" y="101600"/>
                  </a:cubicBezTo>
                  <a:cubicBezTo>
                    <a:pt x="180340" y="101600"/>
                    <a:pt x="180340" y="100330"/>
                    <a:pt x="180340" y="99060"/>
                  </a:cubicBezTo>
                  <a:cubicBezTo>
                    <a:pt x="181611" y="68580"/>
                    <a:pt x="209550" y="50800"/>
                    <a:pt x="240030" y="52070"/>
                  </a:cubicBezTo>
                  <a:cubicBezTo>
                    <a:pt x="243840" y="52070"/>
                    <a:pt x="248921" y="52070"/>
                    <a:pt x="252730" y="53340"/>
                  </a:cubicBezTo>
                  <a:cubicBezTo>
                    <a:pt x="252730" y="53340"/>
                    <a:pt x="252730" y="53340"/>
                    <a:pt x="254000" y="53340"/>
                  </a:cubicBezTo>
                  <a:cubicBezTo>
                    <a:pt x="278130" y="59690"/>
                    <a:pt x="293371" y="83820"/>
                    <a:pt x="289561" y="107950"/>
                  </a:cubicBezTo>
                  <a:cubicBezTo>
                    <a:pt x="289561" y="114300"/>
                    <a:pt x="287021" y="121920"/>
                    <a:pt x="284480" y="124460"/>
                  </a:cubicBezTo>
                  <a:close/>
                  <a:moveTo>
                    <a:pt x="20320" y="106680"/>
                  </a:moveTo>
                  <a:cubicBezTo>
                    <a:pt x="20320" y="114300"/>
                    <a:pt x="24130" y="121920"/>
                    <a:pt x="29211" y="128270"/>
                  </a:cubicBezTo>
                  <a:cubicBezTo>
                    <a:pt x="38100" y="139700"/>
                    <a:pt x="41911" y="153670"/>
                    <a:pt x="39370" y="167640"/>
                  </a:cubicBezTo>
                  <a:lnTo>
                    <a:pt x="35561" y="193040"/>
                  </a:lnTo>
                  <a:cubicBezTo>
                    <a:pt x="35561" y="196850"/>
                    <a:pt x="38100" y="199390"/>
                    <a:pt x="41911" y="199390"/>
                  </a:cubicBezTo>
                  <a:lnTo>
                    <a:pt x="86361" y="199390"/>
                  </a:lnTo>
                  <a:cubicBezTo>
                    <a:pt x="90170" y="199390"/>
                    <a:pt x="92711" y="196850"/>
                    <a:pt x="92711" y="193040"/>
                  </a:cubicBezTo>
                  <a:lnTo>
                    <a:pt x="92711" y="184150"/>
                  </a:lnTo>
                  <a:cubicBezTo>
                    <a:pt x="92711" y="180340"/>
                    <a:pt x="96520" y="177800"/>
                    <a:pt x="99061" y="177800"/>
                  </a:cubicBezTo>
                  <a:lnTo>
                    <a:pt x="109220" y="177800"/>
                  </a:lnTo>
                  <a:cubicBezTo>
                    <a:pt x="119380" y="180340"/>
                    <a:pt x="127000" y="172720"/>
                    <a:pt x="127000" y="162560"/>
                  </a:cubicBezTo>
                  <a:lnTo>
                    <a:pt x="127000" y="149860"/>
                  </a:lnTo>
                  <a:cubicBezTo>
                    <a:pt x="127000" y="146050"/>
                    <a:pt x="127000" y="143510"/>
                    <a:pt x="130811" y="143510"/>
                  </a:cubicBezTo>
                  <a:lnTo>
                    <a:pt x="134620" y="143510"/>
                  </a:lnTo>
                  <a:cubicBezTo>
                    <a:pt x="140970" y="143510"/>
                    <a:pt x="144780" y="137160"/>
                    <a:pt x="142240" y="130810"/>
                  </a:cubicBezTo>
                  <a:lnTo>
                    <a:pt x="134620" y="116840"/>
                  </a:lnTo>
                  <a:cubicBezTo>
                    <a:pt x="132080" y="111760"/>
                    <a:pt x="132080" y="106680"/>
                    <a:pt x="134620" y="101600"/>
                  </a:cubicBezTo>
                  <a:cubicBezTo>
                    <a:pt x="134620" y="101600"/>
                    <a:pt x="134620" y="100330"/>
                    <a:pt x="134620" y="99060"/>
                  </a:cubicBezTo>
                  <a:cubicBezTo>
                    <a:pt x="133350" y="68580"/>
                    <a:pt x="105411" y="50800"/>
                    <a:pt x="74930" y="52070"/>
                  </a:cubicBezTo>
                  <a:cubicBezTo>
                    <a:pt x="71120" y="52070"/>
                    <a:pt x="66040" y="52070"/>
                    <a:pt x="62230" y="53340"/>
                  </a:cubicBez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17"/>
            <p:cNvSpPr/>
            <p:nvPr/>
          </p:nvSpPr>
          <p:spPr>
            <a:xfrm>
              <a:off x="8781405" y="6352541"/>
              <a:ext cx="266700" cy="266700"/>
            </a:xfrm>
            <a:custGeom>
              <a:rect b="b" l="l" r="r" t="t"/>
              <a:pathLst>
                <a:path extrusionOk="0" h="266700" w="266700">
                  <a:moveTo>
                    <a:pt x="167640" y="133350"/>
                  </a:moveTo>
                  <a:cubicBezTo>
                    <a:pt x="167640" y="152400"/>
                    <a:pt x="152400" y="167640"/>
                    <a:pt x="133350" y="167640"/>
                  </a:cubicBezTo>
                  <a:cubicBezTo>
                    <a:pt x="114300" y="167640"/>
                    <a:pt x="99060" y="152400"/>
                    <a:pt x="99060" y="133350"/>
                  </a:cubicBezTo>
                  <a:cubicBezTo>
                    <a:pt x="99060" y="114300"/>
                    <a:pt x="114300" y="99060"/>
                    <a:pt x="133350" y="99060"/>
                  </a:cubicBezTo>
                  <a:cubicBezTo>
                    <a:pt x="152400" y="99060"/>
                    <a:pt x="167640" y="114300"/>
                    <a:pt x="167640" y="133350"/>
                  </a:cubicBezTo>
                  <a:close/>
                  <a:moveTo>
                    <a:pt x="133350" y="265430"/>
                  </a:moveTo>
                  <a:lnTo>
                    <a:pt x="118110" y="241300"/>
                  </a:lnTo>
                  <a:moveTo>
                    <a:pt x="148590" y="242570"/>
                  </a:moveTo>
                  <a:lnTo>
                    <a:pt x="133350" y="266700"/>
                  </a:lnTo>
                  <a:moveTo>
                    <a:pt x="133350" y="190500"/>
                  </a:moveTo>
                  <a:lnTo>
                    <a:pt x="133350" y="265430"/>
                  </a:lnTo>
                  <a:moveTo>
                    <a:pt x="133350" y="1270"/>
                  </a:moveTo>
                  <a:lnTo>
                    <a:pt x="148590" y="25400"/>
                  </a:lnTo>
                  <a:moveTo>
                    <a:pt x="118110" y="24130"/>
                  </a:moveTo>
                  <a:lnTo>
                    <a:pt x="133350" y="0"/>
                  </a:lnTo>
                  <a:moveTo>
                    <a:pt x="133350" y="76200"/>
                  </a:moveTo>
                  <a:lnTo>
                    <a:pt x="133350" y="1270"/>
                  </a:lnTo>
                  <a:moveTo>
                    <a:pt x="196850" y="196850"/>
                  </a:moveTo>
                  <a:lnTo>
                    <a:pt x="177800" y="193040"/>
                  </a:lnTo>
                  <a:moveTo>
                    <a:pt x="193040" y="177800"/>
                  </a:moveTo>
                  <a:lnTo>
                    <a:pt x="196850" y="196850"/>
                  </a:lnTo>
                  <a:moveTo>
                    <a:pt x="161290" y="161290"/>
                  </a:moveTo>
                  <a:lnTo>
                    <a:pt x="198120" y="198120"/>
                  </a:lnTo>
                  <a:moveTo>
                    <a:pt x="69850" y="68580"/>
                  </a:moveTo>
                  <a:lnTo>
                    <a:pt x="88900" y="72390"/>
                  </a:lnTo>
                  <a:moveTo>
                    <a:pt x="73660" y="88900"/>
                  </a:moveTo>
                  <a:lnTo>
                    <a:pt x="69850" y="69850"/>
                  </a:lnTo>
                  <a:moveTo>
                    <a:pt x="105410" y="105410"/>
                  </a:moveTo>
                  <a:lnTo>
                    <a:pt x="68580" y="68580"/>
                  </a:lnTo>
                  <a:moveTo>
                    <a:pt x="69850" y="196850"/>
                  </a:moveTo>
                  <a:lnTo>
                    <a:pt x="73660" y="177800"/>
                  </a:lnTo>
                  <a:moveTo>
                    <a:pt x="88900" y="193040"/>
                  </a:moveTo>
                  <a:lnTo>
                    <a:pt x="69850" y="196850"/>
                  </a:lnTo>
                  <a:moveTo>
                    <a:pt x="105410" y="161290"/>
                  </a:moveTo>
                  <a:lnTo>
                    <a:pt x="68580" y="198120"/>
                  </a:lnTo>
                  <a:moveTo>
                    <a:pt x="196850" y="68580"/>
                  </a:moveTo>
                  <a:lnTo>
                    <a:pt x="193040" y="87630"/>
                  </a:lnTo>
                  <a:moveTo>
                    <a:pt x="177800" y="72390"/>
                  </a:moveTo>
                  <a:lnTo>
                    <a:pt x="196850" y="68580"/>
                  </a:lnTo>
                  <a:moveTo>
                    <a:pt x="161290" y="105410"/>
                  </a:moveTo>
                  <a:lnTo>
                    <a:pt x="198120" y="68580"/>
                  </a:lnTo>
                  <a:moveTo>
                    <a:pt x="1270" y="133350"/>
                  </a:moveTo>
                  <a:lnTo>
                    <a:pt x="25400" y="118110"/>
                  </a:lnTo>
                  <a:moveTo>
                    <a:pt x="24130" y="148590"/>
                  </a:moveTo>
                  <a:lnTo>
                    <a:pt x="0" y="133350"/>
                  </a:lnTo>
                  <a:moveTo>
                    <a:pt x="76200" y="133350"/>
                  </a:moveTo>
                  <a:lnTo>
                    <a:pt x="1270" y="133350"/>
                  </a:lnTo>
                  <a:moveTo>
                    <a:pt x="265430" y="133350"/>
                  </a:moveTo>
                  <a:lnTo>
                    <a:pt x="241300" y="148590"/>
                  </a:lnTo>
                  <a:moveTo>
                    <a:pt x="242570" y="116840"/>
                  </a:moveTo>
                  <a:lnTo>
                    <a:pt x="266700" y="132080"/>
                  </a:lnTo>
                  <a:moveTo>
                    <a:pt x="190500" y="133350"/>
                  </a:moveTo>
                  <a:lnTo>
                    <a:pt x="265430" y="133350"/>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17"/>
            <p:cNvSpPr/>
            <p:nvPr/>
          </p:nvSpPr>
          <p:spPr>
            <a:xfrm>
              <a:off x="9930755" y="6371591"/>
              <a:ext cx="245109" cy="228600"/>
            </a:xfrm>
            <a:custGeom>
              <a:rect b="b" l="l" r="r" t="t"/>
              <a:pathLst>
                <a:path extrusionOk="0" h="228600" w="245109">
                  <a:moveTo>
                    <a:pt x="93980" y="156210"/>
                  </a:moveTo>
                  <a:cubicBezTo>
                    <a:pt x="100330" y="147320"/>
                    <a:pt x="110490" y="140970"/>
                    <a:pt x="123190" y="140970"/>
                  </a:cubicBezTo>
                  <a:cubicBezTo>
                    <a:pt x="135890" y="140970"/>
                    <a:pt x="146050" y="147320"/>
                    <a:pt x="152400" y="156210"/>
                  </a:cubicBezTo>
                  <a:moveTo>
                    <a:pt x="234950" y="132080"/>
                  </a:moveTo>
                  <a:cubicBezTo>
                    <a:pt x="238760" y="128270"/>
                    <a:pt x="241300" y="123190"/>
                    <a:pt x="241300" y="116840"/>
                  </a:cubicBezTo>
                  <a:cubicBezTo>
                    <a:pt x="241300" y="105410"/>
                    <a:pt x="231140" y="95250"/>
                    <a:pt x="219710" y="95250"/>
                  </a:cubicBezTo>
                  <a:cubicBezTo>
                    <a:pt x="208280" y="95250"/>
                    <a:pt x="198120" y="105410"/>
                    <a:pt x="198120" y="116840"/>
                  </a:cubicBezTo>
                  <a:cubicBezTo>
                    <a:pt x="198120" y="128270"/>
                    <a:pt x="200660" y="128270"/>
                    <a:pt x="204470" y="132080"/>
                  </a:cubicBezTo>
                  <a:moveTo>
                    <a:pt x="107950" y="133350"/>
                  </a:moveTo>
                  <a:cubicBezTo>
                    <a:pt x="104140" y="129540"/>
                    <a:pt x="101600" y="124460"/>
                    <a:pt x="101600" y="118110"/>
                  </a:cubicBezTo>
                  <a:cubicBezTo>
                    <a:pt x="101600" y="106680"/>
                    <a:pt x="111760" y="96520"/>
                    <a:pt x="123190" y="96520"/>
                  </a:cubicBezTo>
                  <a:cubicBezTo>
                    <a:pt x="134620" y="96520"/>
                    <a:pt x="144780" y="106680"/>
                    <a:pt x="144780" y="118110"/>
                  </a:cubicBezTo>
                  <a:cubicBezTo>
                    <a:pt x="144780" y="129540"/>
                    <a:pt x="142240" y="129540"/>
                    <a:pt x="138430" y="133350"/>
                  </a:cubicBezTo>
                  <a:moveTo>
                    <a:pt x="11430" y="132080"/>
                  </a:moveTo>
                  <a:cubicBezTo>
                    <a:pt x="7620" y="128270"/>
                    <a:pt x="5080" y="123190"/>
                    <a:pt x="5080" y="116840"/>
                  </a:cubicBezTo>
                  <a:cubicBezTo>
                    <a:pt x="5080" y="105410"/>
                    <a:pt x="15240" y="95250"/>
                    <a:pt x="26670" y="95250"/>
                  </a:cubicBezTo>
                  <a:cubicBezTo>
                    <a:pt x="38100" y="95250"/>
                    <a:pt x="48260" y="105410"/>
                    <a:pt x="48260" y="116840"/>
                  </a:cubicBezTo>
                  <a:cubicBezTo>
                    <a:pt x="48260" y="128270"/>
                    <a:pt x="45720" y="128270"/>
                    <a:pt x="41910" y="132080"/>
                  </a:cubicBezTo>
                  <a:moveTo>
                    <a:pt x="52070" y="213360"/>
                  </a:moveTo>
                  <a:lnTo>
                    <a:pt x="194310" y="213360"/>
                  </a:lnTo>
                  <a:moveTo>
                    <a:pt x="82550" y="186690"/>
                  </a:moveTo>
                  <a:lnTo>
                    <a:pt x="163830" y="186690"/>
                  </a:lnTo>
                  <a:moveTo>
                    <a:pt x="213360" y="166370"/>
                  </a:moveTo>
                  <a:lnTo>
                    <a:pt x="213360" y="173990"/>
                  </a:lnTo>
                  <a:cubicBezTo>
                    <a:pt x="213360" y="181610"/>
                    <a:pt x="207010" y="186690"/>
                    <a:pt x="200660" y="186690"/>
                  </a:cubicBezTo>
                  <a:lnTo>
                    <a:pt x="163830" y="186690"/>
                  </a:lnTo>
                  <a:cubicBezTo>
                    <a:pt x="157480" y="186690"/>
                    <a:pt x="151130" y="181610"/>
                    <a:pt x="151130" y="173990"/>
                  </a:cubicBezTo>
                  <a:cubicBezTo>
                    <a:pt x="151130" y="166370"/>
                    <a:pt x="152400" y="167640"/>
                    <a:pt x="154940" y="165100"/>
                  </a:cubicBezTo>
                  <a:cubicBezTo>
                    <a:pt x="157480" y="162560"/>
                    <a:pt x="160020" y="161290"/>
                    <a:pt x="163830" y="161290"/>
                  </a:cubicBezTo>
                  <a:lnTo>
                    <a:pt x="194310" y="161290"/>
                  </a:lnTo>
                  <a:moveTo>
                    <a:pt x="194310" y="162560"/>
                  </a:moveTo>
                  <a:cubicBezTo>
                    <a:pt x="194310" y="156210"/>
                    <a:pt x="198120" y="151130"/>
                    <a:pt x="201930" y="147320"/>
                  </a:cubicBezTo>
                  <a:cubicBezTo>
                    <a:pt x="207010" y="142240"/>
                    <a:pt x="213360" y="139700"/>
                    <a:pt x="219710" y="139700"/>
                  </a:cubicBezTo>
                  <a:cubicBezTo>
                    <a:pt x="233680" y="139700"/>
                    <a:pt x="245110" y="151130"/>
                    <a:pt x="245110" y="165100"/>
                  </a:cubicBezTo>
                  <a:lnTo>
                    <a:pt x="245110" y="228600"/>
                  </a:lnTo>
                  <a:moveTo>
                    <a:pt x="194310" y="186690"/>
                  </a:moveTo>
                  <a:lnTo>
                    <a:pt x="194310" y="223520"/>
                  </a:lnTo>
                  <a:moveTo>
                    <a:pt x="52070" y="162560"/>
                  </a:moveTo>
                  <a:lnTo>
                    <a:pt x="82550" y="162560"/>
                  </a:lnTo>
                  <a:cubicBezTo>
                    <a:pt x="86360" y="162560"/>
                    <a:pt x="88900" y="163830"/>
                    <a:pt x="91440" y="166370"/>
                  </a:cubicBezTo>
                  <a:cubicBezTo>
                    <a:pt x="93980" y="168910"/>
                    <a:pt x="95250" y="171450"/>
                    <a:pt x="95250" y="175260"/>
                  </a:cubicBezTo>
                  <a:cubicBezTo>
                    <a:pt x="95250" y="181610"/>
                    <a:pt x="90170" y="187960"/>
                    <a:pt x="82550" y="187960"/>
                  </a:cubicBezTo>
                  <a:lnTo>
                    <a:pt x="45720" y="187960"/>
                  </a:lnTo>
                  <a:cubicBezTo>
                    <a:pt x="38100" y="187960"/>
                    <a:pt x="33020" y="181610"/>
                    <a:pt x="33020" y="175260"/>
                  </a:cubicBezTo>
                  <a:lnTo>
                    <a:pt x="33020" y="167640"/>
                  </a:lnTo>
                  <a:moveTo>
                    <a:pt x="0" y="228600"/>
                  </a:moveTo>
                  <a:lnTo>
                    <a:pt x="0" y="165100"/>
                  </a:lnTo>
                  <a:cubicBezTo>
                    <a:pt x="0" y="151130"/>
                    <a:pt x="11430" y="139700"/>
                    <a:pt x="25400" y="139700"/>
                  </a:cubicBezTo>
                  <a:cubicBezTo>
                    <a:pt x="39370" y="139700"/>
                    <a:pt x="39370" y="142240"/>
                    <a:pt x="43180" y="147320"/>
                  </a:cubicBezTo>
                  <a:cubicBezTo>
                    <a:pt x="46990" y="151130"/>
                    <a:pt x="49530" y="156210"/>
                    <a:pt x="50800" y="162560"/>
                  </a:cubicBezTo>
                  <a:moveTo>
                    <a:pt x="52070" y="223520"/>
                  </a:moveTo>
                  <a:lnTo>
                    <a:pt x="52070" y="186690"/>
                  </a:lnTo>
                  <a:moveTo>
                    <a:pt x="200660" y="57150"/>
                  </a:moveTo>
                  <a:lnTo>
                    <a:pt x="196850" y="86360"/>
                  </a:lnTo>
                  <a:lnTo>
                    <a:pt x="172720" y="57150"/>
                  </a:lnTo>
                  <a:lnTo>
                    <a:pt x="138430" y="57150"/>
                  </a:lnTo>
                  <a:lnTo>
                    <a:pt x="121920" y="81280"/>
                  </a:lnTo>
                  <a:lnTo>
                    <a:pt x="105410" y="57150"/>
                  </a:lnTo>
                  <a:lnTo>
                    <a:pt x="71120" y="57150"/>
                  </a:lnTo>
                  <a:lnTo>
                    <a:pt x="46990" y="86360"/>
                  </a:lnTo>
                  <a:lnTo>
                    <a:pt x="43180" y="57150"/>
                  </a:lnTo>
                  <a:lnTo>
                    <a:pt x="19050" y="57150"/>
                  </a:lnTo>
                  <a:cubicBezTo>
                    <a:pt x="11430" y="57150"/>
                    <a:pt x="5080" y="50800"/>
                    <a:pt x="5080" y="43180"/>
                  </a:cubicBezTo>
                  <a:lnTo>
                    <a:pt x="5080" y="13970"/>
                  </a:lnTo>
                  <a:cubicBezTo>
                    <a:pt x="5080" y="6350"/>
                    <a:pt x="11430" y="0"/>
                    <a:pt x="19050" y="0"/>
                  </a:cubicBezTo>
                  <a:lnTo>
                    <a:pt x="226060" y="0"/>
                  </a:lnTo>
                  <a:cubicBezTo>
                    <a:pt x="233680" y="0"/>
                    <a:pt x="240030" y="6350"/>
                    <a:pt x="240030" y="13970"/>
                  </a:cubicBezTo>
                  <a:lnTo>
                    <a:pt x="240030" y="43180"/>
                  </a:lnTo>
                  <a:cubicBezTo>
                    <a:pt x="240030" y="50800"/>
                    <a:pt x="233680" y="57150"/>
                    <a:pt x="226060" y="57150"/>
                  </a:cubicBezTo>
                  <a:lnTo>
                    <a:pt x="201930" y="57150"/>
                  </a:lnTo>
                  <a:close/>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17"/>
            <p:cNvSpPr/>
            <p:nvPr/>
          </p:nvSpPr>
          <p:spPr>
            <a:xfrm>
              <a:off x="10525517" y="6365722"/>
              <a:ext cx="176489" cy="252000"/>
            </a:xfrm>
            <a:custGeom>
              <a:rect b="b" l="l" r="r" t="t"/>
              <a:pathLst>
                <a:path extrusionOk="0" h="250978" w="176489">
                  <a:moveTo>
                    <a:pt x="99755" y="169939"/>
                  </a:moveTo>
                  <a:lnTo>
                    <a:pt x="122776" y="169939"/>
                  </a:lnTo>
                  <a:moveTo>
                    <a:pt x="99755" y="153750"/>
                  </a:moveTo>
                  <a:lnTo>
                    <a:pt x="138123" y="153750"/>
                  </a:lnTo>
                  <a:moveTo>
                    <a:pt x="99755" y="137561"/>
                  </a:moveTo>
                  <a:lnTo>
                    <a:pt x="138123" y="137561"/>
                  </a:lnTo>
                  <a:moveTo>
                    <a:pt x="99755" y="105183"/>
                  </a:moveTo>
                  <a:lnTo>
                    <a:pt x="122776" y="105183"/>
                  </a:lnTo>
                  <a:moveTo>
                    <a:pt x="99755" y="88994"/>
                  </a:moveTo>
                  <a:lnTo>
                    <a:pt x="138123" y="88994"/>
                  </a:lnTo>
                  <a:moveTo>
                    <a:pt x="99755" y="72804"/>
                  </a:moveTo>
                  <a:lnTo>
                    <a:pt x="138123" y="72804"/>
                  </a:lnTo>
                  <a:moveTo>
                    <a:pt x="53714" y="153750"/>
                  </a:moveTo>
                  <a:lnTo>
                    <a:pt x="61388" y="161892"/>
                  </a:lnTo>
                  <a:lnTo>
                    <a:pt x="84408" y="137561"/>
                  </a:lnTo>
                  <a:moveTo>
                    <a:pt x="76735" y="161798"/>
                  </a:moveTo>
                  <a:lnTo>
                    <a:pt x="76735" y="177987"/>
                  </a:lnTo>
                  <a:lnTo>
                    <a:pt x="38367" y="177987"/>
                  </a:lnTo>
                  <a:lnTo>
                    <a:pt x="38367" y="137467"/>
                  </a:lnTo>
                  <a:lnTo>
                    <a:pt x="69061" y="137467"/>
                  </a:lnTo>
                  <a:moveTo>
                    <a:pt x="53714" y="88994"/>
                  </a:moveTo>
                  <a:lnTo>
                    <a:pt x="61388" y="97135"/>
                  </a:lnTo>
                  <a:lnTo>
                    <a:pt x="84408" y="72898"/>
                  </a:lnTo>
                  <a:moveTo>
                    <a:pt x="76735" y="97041"/>
                  </a:moveTo>
                  <a:lnTo>
                    <a:pt x="76735" y="113231"/>
                  </a:lnTo>
                  <a:lnTo>
                    <a:pt x="38367" y="113231"/>
                  </a:lnTo>
                  <a:lnTo>
                    <a:pt x="38367" y="72711"/>
                  </a:lnTo>
                  <a:lnTo>
                    <a:pt x="69061" y="72711"/>
                  </a:lnTo>
                  <a:moveTo>
                    <a:pt x="130449" y="24237"/>
                  </a:moveTo>
                  <a:lnTo>
                    <a:pt x="107429" y="24237"/>
                  </a:lnTo>
                  <a:lnTo>
                    <a:pt x="107429" y="20213"/>
                  </a:lnTo>
                  <a:cubicBezTo>
                    <a:pt x="107429" y="9077"/>
                    <a:pt x="98819" y="0"/>
                    <a:pt x="88245" y="0"/>
                  </a:cubicBezTo>
                  <a:cubicBezTo>
                    <a:pt x="77671" y="0"/>
                    <a:pt x="69061" y="9077"/>
                    <a:pt x="69061" y="20213"/>
                  </a:cubicBezTo>
                  <a:lnTo>
                    <a:pt x="69061" y="24237"/>
                  </a:lnTo>
                  <a:lnTo>
                    <a:pt x="46041" y="24237"/>
                  </a:lnTo>
                  <a:lnTo>
                    <a:pt x="46041" y="48474"/>
                  </a:lnTo>
                  <a:lnTo>
                    <a:pt x="130543" y="48474"/>
                  </a:lnTo>
                  <a:lnTo>
                    <a:pt x="130543" y="24237"/>
                  </a:lnTo>
                  <a:close/>
                  <a:moveTo>
                    <a:pt x="130449" y="32285"/>
                  </a:moveTo>
                  <a:lnTo>
                    <a:pt x="161143" y="32285"/>
                  </a:lnTo>
                  <a:lnTo>
                    <a:pt x="161143" y="234696"/>
                  </a:lnTo>
                  <a:lnTo>
                    <a:pt x="15253" y="234696"/>
                  </a:lnTo>
                  <a:lnTo>
                    <a:pt x="15253" y="32285"/>
                  </a:lnTo>
                  <a:lnTo>
                    <a:pt x="45947" y="32285"/>
                  </a:lnTo>
                  <a:moveTo>
                    <a:pt x="103592" y="8048"/>
                  </a:moveTo>
                  <a:lnTo>
                    <a:pt x="168816" y="8048"/>
                  </a:lnTo>
                  <a:cubicBezTo>
                    <a:pt x="173027" y="8048"/>
                    <a:pt x="176490" y="11697"/>
                    <a:pt x="176490" y="16189"/>
                  </a:cubicBezTo>
                  <a:lnTo>
                    <a:pt x="176490" y="242837"/>
                  </a:lnTo>
                  <a:cubicBezTo>
                    <a:pt x="176490" y="247329"/>
                    <a:pt x="173027" y="250979"/>
                    <a:pt x="168816" y="250979"/>
                  </a:cubicBezTo>
                  <a:lnTo>
                    <a:pt x="7673" y="250979"/>
                  </a:lnTo>
                  <a:cubicBezTo>
                    <a:pt x="3462" y="250979"/>
                    <a:pt x="0" y="247329"/>
                    <a:pt x="0" y="242837"/>
                  </a:cubicBezTo>
                  <a:lnTo>
                    <a:pt x="0" y="16096"/>
                  </a:lnTo>
                  <a:cubicBezTo>
                    <a:pt x="0" y="11604"/>
                    <a:pt x="3462" y="7954"/>
                    <a:pt x="7673" y="7954"/>
                  </a:cubicBezTo>
                  <a:lnTo>
                    <a:pt x="72898" y="7954"/>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17"/>
            <p:cNvSpPr/>
            <p:nvPr/>
          </p:nvSpPr>
          <p:spPr>
            <a:xfrm>
              <a:off x="7072856" y="6363425"/>
              <a:ext cx="246549" cy="251914"/>
            </a:xfrm>
            <a:custGeom>
              <a:rect b="b" l="l" r="r" t="t"/>
              <a:pathLst>
                <a:path extrusionOk="0" h="251914" w="246549">
                  <a:moveTo>
                    <a:pt x="93111" y="172747"/>
                  </a:moveTo>
                  <a:cubicBezTo>
                    <a:pt x="93111" y="164793"/>
                    <a:pt x="99474" y="158803"/>
                    <a:pt x="106774" y="158803"/>
                  </a:cubicBezTo>
                  <a:cubicBezTo>
                    <a:pt x="114073" y="158803"/>
                    <a:pt x="120436" y="165822"/>
                    <a:pt x="120436" y="172747"/>
                  </a:cubicBezTo>
                  <a:lnTo>
                    <a:pt x="120436" y="177706"/>
                  </a:lnTo>
                  <a:cubicBezTo>
                    <a:pt x="120436" y="185661"/>
                    <a:pt x="114073" y="191650"/>
                    <a:pt x="106774" y="191650"/>
                  </a:cubicBezTo>
                  <a:cubicBezTo>
                    <a:pt x="99474" y="191650"/>
                    <a:pt x="93111" y="184631"/>
                    <a:pt x="93111" y="177706"/>
                  </a:cubicBezTo>
                  <a:lnTo>
                    <a:pt x="93111" y="172747"/>
                  </a:lnTo>
                  <a:close/>
                  <a:moveTo>
                    <a:pt x="142427" y="251915"/>
                  </a:moveTo>
                  <a:lnTo>
                    <a:pt x="142427" y="235445"/>
                  </a:lnTo>
                  <a:cubicBezTo>
                    <a:pt x="142427" y="223373"/>
                    <a:pt x="134005" y="216822"/>
                    <a:pt x="122308" y="216822"/>
                  </a:cubicBezTo>
                  <a:lnTo>
                    <a:pt x="93766" y="216822"/>
                  </a:lnTo>
                  <a:cubicBezTo>
                    <a:pt x="93766" y="216822"/>
                    <a:pt x="86373" y="213547"/>
                    <a:pt x="75799" y="205874"/>
                  </a:cubicBezTo>
                  <a:cubicBezTo>
                    <a:pt x="65225" y="198200"/>
                    <a:pt x="44076" y="175180"/>
                    <a:pt x="44076" y="175180"/>
                  </a:cubicBezTo>
                  <a:cubicBezTo>
                    <a:pt x="35654" y="183976"/>
                    <a:pt x="36683" y="191650"/>
                    <a:pt x="46228" y="203628"/>
                  </a:cubicBezTo>
                  <a:lnTo>
                    <a:pt x="72711" y="236474"/>
                  </a:lnTo>
                  <a:lnTo>
                    <a:pt x="72711" y="251821"/>
                  </a:lnTo>
                  <a:moveTo>
                    <a:pt x="153376" y="177706"/>
                  </a:moveTo>
                  <a:cubicBezTo>
                    <a:pt x="153376" y="184725"/>
                    <a:pt x="159739" y="191650"/>
                    <a:pt x="167038" y="191650"/>
                  </a:cubicBezTo>
                  <a:cubicBezTo>
                    <a:pt x="174338" y="191650"/>
                    <a:pt x="180701" y="185661"/>
                    <a:pt x="180701" y="177706"/>
                  </a:cubicBezTo>
                  <a:lnTo>
                    <a:pt x="180701" y="172747"/>
                  </a:lnTo>
                  <a:cubicBezTo>
                    <a:pt x="180701" y="165728"/>
                    <a:pt x="174338" y="158803"/>
                    <a:pt x="167038" y="158803"/>
                  </a:cubicBezTo>
                  <a:cubicBezTo>
                    <a:pt x="159739" y="158803"/>
                    <a:pt x="153376" y="164793"/>
                    <a:pt x="153376" y="172747"/>
                  </a:cubicBezTo>
                  <a:lnTo>
                    <a:pt x="153376" y="177706"/>
                  </a:lnTo>
                  <a:close/>
                  <a:moveTo>
                    <a:pt x="204751" y="251915"/>
                  </a:moveTo>
                  <a:lnTo>
                    <a:pt x="204751" y="234228"/>
                  </a:lnTo>
                  <a:cubicBezTo>
                    <a:pt x="204751" y="222063"/>
                    <a:pt x="195112" y="214389"/>
                    <a:pt x="183321" y="214389"/>
                  </a:cubicBezTo>
                  <a:lnTo>
                    <a:pt x="160862" y="214389"/>
                  </a:lnTo>
                  <a:moveTo>
                    <a:pt x="201569" y="199042"/>
                  </a:moveTo>
                  <a:lnTo>
                    <a:pt x="201569" y="163763"/>
                  </a:lnTo>
                  <a:lnTo>
                    <a:pt x="237971" y="118565"/>
                  </a:lnTo>
                  <a:cubicBezTo>
                    <a:pt x="247610" y="105370"/>
                    <a:pt x="249762" y="96480"/>
                    <a:pt x="241153" y="87683"/>
                  </a:cubicBezTo>
                  <a:lnTo>
                    <a:pt x="195112" y="132882"/>
                  </a:lnTo>
                  <a:lnTo>
                    <a:pt x="160862" y="132882"/>
                  </a:lnTo>
                  <a:lnTo>
                    <a:pt x="114821" y="87683"/>
                  </a:lnTo>
                  <a:cubicBezTo>
                    <a:pt x="106306" y="96480"/>
                    <a:pt x="108364" y="105370"/>
                    <a:pt x="118003" y="118565"/>
                  </a:cubicBezTo>
                  <a:lnTo>
                    <a:pt x="145796" y="152721"/>
                  </a:lnTo>
                  <a:moveTo>
                    <a:pt x="191743" y="87403"/>
                  </a:moveTo>
                  <a:cubicBezTo>
                    <a:pt x="191743" y="78138"/>
                    <a:pt x="185380" y="71120"/>
                    <a:pt x="178081" y="71120"/>
                  </a:cubicBezTo>
                  <a:cubicBezTo>
                    <a:pt x="170782" y="71120"/>
                    <a:pt x="164418" y="79261"/>
                    <a:pt x="164418" y="87403"/>
                  </a:cubicBezTo>
                  <a:lnTo>
                    <a:pt x="164418" y="93205"/>
                  </a:lnTo>
                  <a:cubicBezTo>
                    <a:pt x="164418" y="102469"/>
                    <a:pt x="170782" y="109487"/>
                    <a:pt x="178081" y="109487"/>
                  </a:cubicBezTo>
                  <a:cubicBezTo>
                    <a:pt x="185380" y="109487"/>
                    <a:pt x="191743" y="101346"/>
                    <a:pt x="191743" y="93205"/>
                  </a:cubicBezTo>
                  <a:lnTo>
                    <a:pt x="191743" y="87403"/>
                  </a:lnTo>
                  <a:close/>
                  <a:moveTo>
                    <a:pt x="68874" y="93111"/>
                  </a:moveTo>
                  <a:lnTo>
                    <a:pt x="0" y="97416"/>
                  </a:lnTo>
                  <a:lnTo>
                    <a:pt x="2339" y="141679"/>
                  </a:lnTo>
                  <a:lnTo>
                    <a:pt x="71214" y="137374"/>
                  </a:lnTo>
                  <a:lnTo>
                    <a:pt x="68874" y="93111"/>
                  </a:lnTo>
                  <a:close/>
                  <a:moveTo>
                    <a:pt x="37338" y="140556"/>
                  </a:moveTo>
                  <a:lnTo>
                    <a:pt x="37338" y="164325"/>
                  </a:lnTo>
                  <a:moveTo>
                    <a:pt x="38367" y="82162"/>
                  </a:moveTo>
                  <a:lnTo>
                    <a:pt x="38367" y="87683"/>
                  </a:lnTo>
                  <a:moveTo>
                    <a:pt x="158897" y="19277"/>
                  </a:moveTo>
                  <a:lnTo>
                    <a:pt x="92456" y="5428"/>
                  </a:lnTo>
                  <a:lnTo>
                    <a:pt x="82162" y="49035"/>
                  </a:lnTo>
                  <a:lnTo>
                    <a:pt x="148603" y="62885"/>
                  </a:lnTo>
                  <a:lnTo>
                    <a:pt x="158897" y="19277"/>
                  </a:lnTo>
                  <a:close/>
                  <a:moveTo>
                    <a:pt x="115383" y="56428"/>
                  </a:moveTo>
                  <a:lnTo>
                    <a:pt x="110797" y="76641"/>
                  </a:lnTo>
                  <a:moveTo>
                    <a:pt x="131478" y="0"/>
                  </a:moveTo>
                  <a:lnTo>
                    <a:pt x="125957" y="5521"/>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17"/>
            <p:cNvSpPr/>
            <p:nvPr/>
          </p:nvSpPr>
          <p:spPr>
            <a:xfrm>
              <a:off x="11105368" y="6353693"/>
              <a:ext cx="148977" cy="271378"/>
            </a:xfrm>
            <a:custGeom>
              <a:rect b="b" l="l" r="r" t="t"/>
              <a:pathLst>
                <a:path extrusionOk="0" h="271378" w="148977">
                  <a:moveTo>
                    <a:pt x="90023" y="271379"/>
                  </a:moveTo>
                  <a:cubicBezTo>
                    <a:pt x="77203" y="271379"/>
                    <a:pt x="65505" y="266139"/>
                    <a:pt x="58019" y="253973"/>
                  </a:cubicBezTo>
                  <a:cubicBezTo>
                    <a:pt x="55586" y="250511"/>
                    <a:pt x="53153" y="245458"/>
                    <a:pt x="50907" y="239469"/>
                  </a:cubicBezTo>
                  <a:cubicBezTo>
                    <a:pt x="49597" y="236006"/>
                    <a:pt x="45947" y="221876"/>
                    <a:pt x="44263" y="214483"/>
                  </a:cubicBezTo>
                  <a:cubicBezTo>
                    <a:pt x="42204" y="205406"/>
                    <a:pt x="37151" y="193521"/>
                    <a:pt x="44169" y="191930"/>
                  </a:cubicBezTo>
                  <a:cubicBezTo>
                    <a:pt x="48848" y="190901"/>
                    <a:pt x="54650" y="195861"/>
                    <a:pt x="57551" y="204002"/>
                  </a:cubicBezTo>
                  <a:cubicBezTo>
                    <a:pt x="58393" y="206342"/>
                    <a:pt x="59423" y="209523"/>
                    <a:pt x="60639" y="213173"/>
                  </a:cubicBezTo>
                  <a:lnTo>
                    <a:pt x="60639" y="155341"/>
                  </a:lnTo>
                  <a:cubicBezTo>
                    <a:pt x="60639" y="149539"/>
                    <a:pt x="64289" y="144767"/>
                    <a:pt x="68874" y="144767"/>
                  </a:cubicBezTo>
                  <a:cubicBezTo>
                    <a:pt x="73459" y="144767"/>
                    <a:pt x="77203" y="149446"/>
                    <a:pt x="77203" y="155247"/>
                  </a:cubicBezTo>
                  <a:lnTo>
                    <a:pt x="77203" y="188281"/>
                  </a:lnTo>
                  <a:cubicBezTo>
                    <a:pt x="78606" y="184538"/>
                    <a:pt x="81788" y="182198"/>
                    <a:pt x="85625" y="182198"/>
                  </a:cubicBezTo>
                  <a:cubicBezTo>
                    <a:pt x="90023" y="182198"/>
                    <a:pt x="93673" y="185380"/>
                    <a:pt x="94515" y="190059"/>
                  </a:cubicBezTo>
                  <a:cubicBezTo>
                    <a:pt x="96199" y="187626"/>
                    <a:pt x="98726" y="186035"/>
                    <a:pt x="101627" y="186035"/>
                  </a:cubicBezTo>
                  <a:cubicBezTo>
                    <a:pt x="106306" y="186035"/>
                    <a:pt x="110049" y="189685"/>
                    <a:pt x="110423" y="195019"/>
                  </a:cubicBezTo>
                  <a:cubicBezTo>
                    <a:pt x="111827" y="193241"/>
                    <a:pt x="113605" y="192118"/>
                    <a:pt x="116131" y="192211"/>
                  </a:cubicBezTo>
                  <a:cubicBezTo>
                    <a:pt x="119126" y="192211"/>
                    <a:pt x="122776" y="194363"/>
                    <a:pt x="123524" y="198013"/>
                  </a:cubicBezTo>
                  <a:cubicBezTo>
                    <a:pt x="123711" y="199136"/>
                    <a:pt x="123899" y="199885"/>
                    <a:pt x="123992" y="200633"/>
                  </a:cubicBezTo>
                  <a:cubicBezTo>
                    <a:pt x="125021" y="209710"/>
                    <a:pt x="125302" y="231701"/>
                    <a:pt x="125302" y="231701"/>
                  </a:cubicBezTo>
                  <a:cubicBezTo>
                    <a:pt x="125302" y="231982"/>
                    <a:pt x="125302" y="232169"/>
                    <a:pt x="125302" y="232357"/>
                  </a:cubicBezTo>
                  <a:lnTo>
                    <a:pt x="125302" y="232357"/>
                  </a:lnTo>
                  <a:cubicBezTo>
                    <a:pt x="125302" y="261647"/>
                    <a:pt x="105557" y="271379"/>
                    <a:pt x="90023" y="271379"/>
                  </a:cubicBezTo>
                  <a:close/>
                  <a:moveTo>
                    <a:pt x="93298" y="146919"/>
                  </a:moveTo>
                  <a:cubicBezTo>
                    <a:pt x="125302" y="138590"/>
                    <a:pt x="148978" y="109394"/>
                    <a:pt x="148978" y="74676"/>
                  </a:cubicBezTo>
                  <a:cubicBezTo>
                    <a:pt x="148978" y="33408"/>
                    <a:pt x="115664" y="0"/>
                    <a:pt x="74489" y="0"/>
                  </a:cubicBezTo>
                  <a:cubicBezTo>
                    <a:pt x="33314" y="0"/>
                    <a:pt x="0" y="33408"/>
                    <a:pt x="0" y="74676"/>
                  </a:cubicBezTo>
                  <a:cubicBezTo>
                    <a:pt x="0" y="106025"/>
                    <a:pt x="19277" y="132789"/>
                    <a:pt x="46509" y="143924"/>
                  </a:cubicBezTo>
                  <a:moveTo>
                    <a:pt x="76735" y="31443"/>
                  </a:moveTo>
                  <a:lnTo>
                    <a:pt x="76735" y="45199"/>
                  </a:lnTo>
                  <a:cubicBezTo>
                    <a:pt x="91988" y="46322"/>
                    <a:pt x="104060" y="59142"/>
                    <a:pt x="104060" y="74770"/>
                  </a:cubicBezTo>
                  <a:cubicBezTo>
                    <a:pt x="104060" y="90397"/>
                    <a:pt x="90772" y="104434"/>
                    <a:pt x="74489" y="104434"/>
                  </a:cubicBezTo>
                  <a:cubicBezTo>
                    <a:pt x="58206" y="104434"/>
                    <a:pt x="44918" y="91146"/>
                    <a:pt x="44918" y="74770"/>
                  </a:cubicBezTo>
                  <a:cubicBezTo>
                    <a:pt x="44918" y="68874"/>
                    <a:pt x="46696" y="63447"/>
                    <a:pt x="49597" y="58861"/>
                  </a:cubicBezTo>
                  <a:lnTo>
                    <a:pt x="58580" y="67845"/>
                  </a:lnTo>
                  <a:lnTo>
                    <a:pt x="58580" y="49690"/>
                  </a:lnTo>
                  <a:cubicBezTo>
                    <a:pt x="58580" y="49690"/>
                    <a:pt x="58580" y="49690"/>
                    <a:pt x="58580" y="49690"/>
                  </a:cubicBezTo>
                  <a:lnTo>
                    <a:pt x="58580" y="49690"/>
                  </a:lnTo>
                  <a:lnTo>
                    <a:pt x="58580" y="40426"/>
                  </a:lnTo>
                  <a:lnTo>
                    <a:pt x="31255" y="40426"/>
                  </a:lnTo>
                  <a:lnTo>
                    <a:pt x="39771" y="48942"/>
                  </a:lnTo>
                  <a:cubicBezTo>
                    <a:pt x="34437" y="56147"/>
                    <a:pt x="31255" y="65037"/>
                    <a:pt x="31255" y="74676"/>
                  </a:cubicBezTo>
                  <a:cubicBezTo>
                    <a:pt x="31255" y="98632"/>
                    <a:pt x="50626" y="118097"/>
                    <a:pt x="74489" y="118097"/>
                  </a:cubicBezTo>
                  <a:cubicBezTo>
                    <a:pt x="98351" y="118097"/>
                    <a:pt x="117722" y="98632"/>
                    <a:pt x="117722" y="74676"/>
                  </a:cubicBezTo>
                  <a:cubicBezTo>
                    <a:pt x="117722" y="50720"/>
                    <a:pt x="99568" y="32565"/>
                    <a:pt x="76828" y="31349"/>
                  </a:cubicBezTo>
                  <a:close/>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17"/>
            <p:cNvSpPr/>
            <p:nvPr/>
          </p:nvSpPr>
          <p:spPr>
            <a:xfrm>
              <a:off x="11629221" y="6371420"/>
              <a:ext cx="248995" cy="235884"/>
            </a:xfrm>
            <a:custGeom>
              <a:rect b="b" l="l" r="r" t="t"/>
              <a:pathLst>
                <a:path extrusionOk="0" h="235884" w="248995">
                  <a:moveTo>
                    <a:pt x="155323" y="27939"/>
                  </a:moveTo>
                  <a:cubicBezTo>
                    <a:pt x="189573" y="63967"/>
                    <a:pt x="188170" y="120863"/>
                    <a:pt x="152048" y="155019"/>
                  </a:cubicBezTo>
                  <a:cubicBezTo>
                    <a:pt x="116020" y="189269"/>
                    <a:pt x="59031" y="187772"/>
                    <a:pt x="24781" y="151838"/>
                  </a:cubicBezTo>
                  <a:cubicBezTo>
                    <a:pt x="-9469" y="115810"/>
                    <a:pt x="-8065" y="58914"/>
                    <a:pt x="28056" y="24757"/>
                  </a:cubicBezTo>
                  <a:cubicBezTo>
                    <a:pt x="64084" y="-9492"/>
                    <a:pt x="121074" y="-7995"/>
                    <a:pt x="155323" y="27939"/>
                  </a:cubicBezTo>
                  <a:close/>
                  <a:moveTo>
                    <a:pt x="229999" y="219121"/>
                  </a:moveTo>
                  <a:lnTo>
                    <a:pt x="214091" y="234187"/>
                  </a:lnTo>
                  <a:cubicBezTo>
                    <a:pt x="211564" y="236527"/>
                    <a:pt x="207634" y="236433"/>
                    <a:pt x="205295" y="234000"/>
                  </a:cubicBezTo>
                  <a:lnTo>
                    <a:pt x="163090" y="189644"/>
                  </a:lnTo>
                  <a:cubicBezTo>
                    <a:pt x="160751" y="187117"/>
                    <a:pt x="160845" y="183187"/>
                    <a:pt x="163278" y="180847"/>
                  </a:cubicBezTo>
                  <a:lnTo>
                    <a:pt x="179186" y="165781"/>
                  </a:lnTo>
                  <a:cubicBezTo>
                    <a:pt x="181713" y="163441"/>
                    <a:pt x="185643" y="163535"/>
                    <a:pt x="187982" y="165968"/>
                  </a:cubicBezTo>
                  <a:lnTo>
                    <a:pt x="230187" y="210418"/>
                  </a:lnTo>
                  <a:cubicBezTo>
                    <a:pt x="232526" y="212945"/>
                    <a:pt x="232432" y="216875"/>
                    <a:pt x="229999" y="219215"/>
                  </a:cubicBezTo>
                  <a:close/>
                  <a:moveTo>
                    <a:pt x="179092" y="166249"/>
                  </a:moveTo>
                  <a:lnTo>
                    <a:pt x="164494" y="180099"/>
                  </a:lnTo>
                  <a:lnTo>
                    <a:pt x="146433" y="161570"/>
                  </a:lnTo>
                  <a:lnTo>
                    <a:pt x="161032" y="147720"/>
                  </a:lnTo>
                  <a:lnTo>
                    <a:pt x="179092" y="166249"/>
                  </a:lnTo>
                  <a:close/>
                  <a:moveTo>
                    <a:pt x="128092" y="130782"/>
                  </a:moveTo>
                  <a:lnTo>
                    <a:pt x="37227" y="130782"/>
                  </a:lnTo>
                  <a:cubicBezTo>
                    <a:pt x="37227" y="105703"/>
                    <a:pt x="57533" y="85397"/>
                    <a:pt x="82613" y="85397"/>
                  </a:cubicBezTo>
                  <a:cubicBezTo>
                    <a:pt x="107692" y="85397"/>
                    <a:pt x="128092" y="105703"/>
                    <a:pt x="128092" y="130782"/>
                  </a:cubicBezTo>
                  <a:close/>
                  <a:moveTo>
                    <a:pt x="106101" y="60973"/>
                  </a:moveTo>
                  <a:cubicBezTo>
                    <a:pt x="106101" y="73886"/>
                    <a:pt x="95620" y="84367"/>
                    <a:pt x="82613" y="84367"/>
                  </a:cubicBezTo>
                  <a:cubicBezTo>
                    <a:pt x="69605" y="84367"/>
                    <a:pt x="59124" y="73886"/>
                    <a:pt x="59124" y="60973"/>
                  </a:cubicBezTo>
                  <a:cubicBezTo>
                    <a:pt x="59124" y="48059"/>
                    <a:pt x="69605" y="37578"/>
                    <a:pt x="82613" y="37578"/>
                  </a:cubicBezTo>
                  <a:cubicBezTo>
                    <a:pt x="95620" y="37578"/>
                    <a:pt x="106101" y="48059"/>
                    <a:pt x="106101" y="60973"/>
                  </a:cubicBezTo>
                  <a:close/>
                  <a:moveTo>
                    <a:pt x="151300" y="130782"/>
                  </a:moveTo>
                  <a:lnTo>
                    <a:pt x="130057" y="130782"/>
                  </a:lnTo>
                  <a:cubicBezTo>
                    <a:pt x="130057" y="114874"/>
                    <a:pt x="142971" y="101960"/>
                    <a:pt x="158879" y="101960"/>
                  </a:cubicBezTo>
                  <a:moveTo>
                    <a:pt x="158973" y="101399"/>
                  </a:moveTo>
                  <a:cubicBezTo>
                    <a:pt x="150738" y="101399"/>
                    <a:pt x="144094" y="94755"/>
                    <a:pt x="144094" y="86520"/>
                  </a:cubicBezTo>
                  <a:cubicBezTo>
                    <a:pt x="144094" y="78285"/>
                    <a:pt x="150738" y="71641"/>
                    <a:pt x="158973" y="71641"/>
                  </a:cubicBezTo>
                  <a:moveTo>
                    <a:pt x="248996" y="130782"/>
                  </a:moveTo>
                  <a:lnTo>
                    <a:pt x="196872" y="130782"/>
                  </a:lnTo>
                  <a:cubicBezTo>
                    <a:pt x="196872" y="116371"/>
                    <a:pt x="208570" y="104767"/>
                    <a:pt x="222887" y="104767"/>
                  </a:cubicBezTo>
                  <a:cubicBezTo>
                    <a:pt x="237205" y="104767"/>
                    <a:pt x="248902" y="116371"/>
                    <a:pt x="248902" y="130782"/>
                  </a:cubicBezTo>
                  <a:close/>
                  <a:moveTo>
                    <a:pt x="236456" y="90824"/>
                  </a:moveTo>
                  <a:cubicBezTo>
                    <a:pt x="236456" y="98217"/>
                    <a:pt x="230467" y="104206"/>
                    <a:pt x="222981" y="104206"/>
                  </a:cubicBezTo>
                  <a:cubicBezTo>
                    <a:pt x="215495" y="104206"/>
                    <a:pt x="209506" y="98217"/>
                    <a:pt x="209506" y="90824"/>
                  </a:cubicBezTo>
                  <a:cubicBezTo>
                    <a:pt x="209506" y="83431"/>
                    <a:pt x="215495" y="77442"/>
                    <a:pt x="222981" y="77442"/>
                  </a:cubicBezTo>
                  <a:cubicBezTo>
                    <a:pt x="230467" y="77442"/>
                    <a:pt x="236456" y="83431"/>
                    <a:pt x="236456" y="90824"/>
                  </a:cubicBezTo>
                  <a:close/>
                  <a:moveTo>
                    <a:pt x="187889" y="112067"/>
                  </a:moveTo>
                  <a:cubicBezTo>
                    <a:pt x="192194" y="117120"/>
                    <a:pt x="194814" y="123670"/>
                    <a:pt x="194814" y="130782"/>
                  </a:cubicBezTo>
                  <a:lnTo>
                    <a:pt x="183397" y="130782"/>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 name="Google Shape;28;p17"/>
          <p:cNvSpPr/>
          <p:nvPr/>
        </p:nvSpPr>
        <p:spPr>
          <a:xfrm>
            <a:off x="210781" y="19249"/>
            <a:ext cx="209665" cy="6532681"/>
          </a:xfrm>
          <a:custGeom>
            <a:rect b="b" l="l" r="r" t="t"/>
            <a:pathLst>
              <a:path extrusionOk="0" h="6532681" w="209665">
                <a:moveTo>
                  <a:pt x="0" y="0"/>
                </a:moveTo>
                <a:cubicBezTo>
                  <a:pt x="0" y="1888490"/>
                  <a:pt x="10275" y="4444801"/>
                  <a:pt x="10275" y="6333291"/>
                </a:cubicBezTo>
                <a:cubicBezTo>
                  <a:pt x="10275" y="6443781"/>
                  <a:pt x="99175" y="6532681"/>
                  <a:pt x="209665" y="6532681"/>
                </a:cubicBezTo>
              </a:path>
            </a:pathLst>
          </a:custGeom>
          <a:noFill/>
          <a:ln cap="rnd" cmpd="sng" w="25400">
            <a:solidFill>
              <a:srgbClr val="0FA3D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9" name="Google Shape;29;p17"/>
          <p:cNvCxnSpPr/>
          <p:nvPr/>
        </p:nvCxnSpPr>
        <p:spPr>
          <a:xfrm>
            <a:off x="420446" y="6551930"/>
            <a:ext cx="10916148" cy="0"/>
          </a:xfrm>
          <a:prstGeom prst="straightConnector1">
            <a:avLst/>
          </a:prstGeom>
          <a:noFill/>
          <a:ln cap="flat" cmpd="sng" w="25400">
            <a:solidFill>
              <a:srgbClr val="0FA3DD"/>
            </a:solidFill>
            <a:prstDash val="solid"/>
            <a:miter lim="800000"/>
            <a:headEnd len="sm" w="sm" type="none"/>
            <a:tailEnd len="sm" w="sm" type="none"/>
          </a:ln>
        </p:spPr>
      </p:cxnSp>
      <p:pic>
        <p:nvPicPr>
          <p:cNvPr id="30" name="Google Shape;30;p17"/>
          <p:cNvPicPr preferRelativeResize="0"/>
          <p:nvPr/>
        </p:nvPicPr>
        <p:blipFill rotWithShape="1">
          <a:blip r:embed="rId1">
            <a:alphaModFix/>
          </a:blip>
          <a:srcRect b="2152" l="0" r="81337" t="2152"/>
          <a:stretch/>
        </p:blipFill>
        <p:spPr>
          <a:xfrm>
            <a:off x="11426627" y="6177700"/>
            <a:ext cx="489931" cy="6280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2" name="Google Shape;23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3" name="Google Shape;23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4" name="Google Shape;23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5" name="Google Shape;23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757575"/>
                </a:solidFill>
                <a:latin typeface="Arial"/>
                <a:ea typeface="Arial"/>
                <a:cs typeface="Arial"/>
                <a:sym typeface="Arial"/>
              </a:defRPr>
            </a:lvl1pPr>
            <a:lvl2pPr indent="0" lvl="1" marL="0" marR="0" rtl="0" algn="r">
              <a:spcBef>
                <a:spcPts val="0"/>
              </a:spcBef>
              <a:buNone/>
              <a:defRPr sz="1200">
                <a:solidFill>
                  <a:srgbClr val="757575"/>
                </a:solidFill>
                <a:latin typeface="Arial"/>
                <a:ea typeface="Arial"/>
                <a:cs typeface="Arial"/>
                <a:sym typeface="Arial"/>
              </a:defRPr>
            </a:lvl2pPr>
            <a:lvl3pPr indent="0" lvl="2" marL="0" marR="0" rtl="0" algn="r">
              <a:spcBef>
                <a:spcPts val="0"/>
              </a:spcBef>
              <a:buNone/>
              <a:defRPr sz="1200">
                <a:solidFill>
                  <a:srgbClr val="757575"/>
                </a:solidFill>
                <a:latin typeface="Arial"/>
                <a:ea typeface="Arial"/>
                <a:cs typeface="Arial"/>
                <a:sym typeface="Arial"/>
              </a:defRPr>
            </a:lvl3pPr>
            <a:lvl4pPr indent="0" lvl="3" marL="0" marR="0" rtl="0" algn="r">
              <a:spcBef>
                <a:spcPts val="0"/>
              </a:spcBef>
              <a:buNone/>
              <a:defRPr sz="1200">
                <a:solidFill>
                  <a:srgbClr val="757575"/>
                </a:solidFill>
                <a:latin typeface="Arial"/>
                <a:ea typeface="Arial"/>
                <a:cs typeface="Arial"/>
                <a:sym typeface="Arial"/>
              </a:defRPr>
            </a:lvl4pPr>
            <a:lvl5pPr indent="0" lvl="4" marL="0" marR="0" rtl="0" algn="r">
              <a:spcBef>
                <a:spcPts val="0"/>
              </a:spcBef>
              <a:buNone/>
              <a:defRPr sz="1200">
                <a:solidFill>
                  <a:srgbClr val="757575"/>
                </a:solidFill>
                <a:latin typeface="Arial"/>
                <a:ea typeface="Arial"/>
                <a:cs typeface="Arial"/>
                <a:sym typeface="Arial"/>
              </a:defRPr>
            </a:lvl5pPr>
            <a:lvl6pPr indent="0" lvl="5" marL="0" marR="0" rtl="0" algn="r">
              <a:spcBef>
                <a:spcPts val="0"/>
              </a:spcBef>
              <a:buNone/>
              <a:defRPr sz="1200">
                <a:solidFill>
                  <a:srgbClr val="757575"/>
                </a:solidFill>
                <a:latin typeface="Arial"/>
                <a:ea typeface="Arial"/>
                <a:cs typeface="Arial"/>
                <a:sym typeface="Arial"/>
              </a:defRPr>
            </a:lvl6pPr>
            <a:lvl7pPr indent="0" lvl="6" marL="0" marR="0" rtl="0" algn="r">
              <a:spcBef>
                <a:spcPts val="0"/>
              </a:spcBef>
              <a:buNone/>
              <a:defRPr sz="1200">
                <a:solidFill>
                  <a:srgbClr val="757575"/>
                </a:solidFill>
                <a:latin typeface="Arial"/>
                <a:ea typeface="Arial"/>
                <a:cs typeface="Arial"/>
                <a:sym typeface="Arial"/>
              </a:defRPr>
            </a:lvl7pPr>
            <a:lvl8pPr indent="0" lvl="7" marL="0" marR="0" rtl="0" algn="r">
              <a:spcBef>
                <a:spcPts val="0"/>
              </a:spcBef>
              <a:buNone/>
              <a:defRPr sz="1200">
                <a:solidFill>
                  <a:srgbClr val="757575"/>
                </a:solidFill>
                <a:latin typeface="Arial"/>
                <a:ea typeface="Arial"/>
                <a:cs typeface="Arial"/>
                <a:sym typeface="Arial"/>
              </a:defRPr>
            </a:lvl8pPr>
            <a:lvl9pPr indent="0" lvl="8" marL="0" marR="0" rtl="0" algn="r">
              <a:spcBef>
                <a:spcPts val="0"/>
              </a:spcBef>
              <a:buNone/>
              <a:defRPr sz="12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0" Type="http://schemas.openxmlformats.org/officeDocument/2006/relationships/image" Target="../media/image15.png"/><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1.png"/><Relationship Id="rId9"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14.png"/><Relationship Id="rId7" Type="http://schemas.openxmlformats.org/officeDocument/2006/relationships/image" Target="../media/image33.png"/><Relationship Id="rId8" Type="http://schemas.openxmlformats.org/officeDocument/2006/relationships/image" Target="../media/image12.png"/><Relationship Id="rId11" Type="http://schemas.openxmlformats.org/officeDocument/2006/relationships/image" Target="../media/image43.png"/><Relationship Id="rId10" Type="http://schemas.openxmlformats.org/officeDocument/2006/relationships/image" Target="../media/image13.png"/><Relationship Id="rId13" Type="http://schemas.openxmlformats.org/officeDocument/2006/relationships/image" Target="../media/image19.png"/><Relationship Id="rId12" Type="http://schemas.openxmlformats.org/officeDocument/2006/relationships/image" Target="../media/image45.png"/><Relationship Id="rId15" Type="http://schemas.openxmlformats.org/officeDocument/2006/relationships/image" Target="../media/image17.png"/><Relationship Id="rId14" Type="http://schemas.openxmlformats.org/officeDocument/2006/relationships/image" Target="../media/image47.png"/><Relationship Id="rId17" Type="http://schemas.openxmlformats.org/officeDocument/2006/relationships/image" Target="../media/image18.png"/><Relationship Id="rId16" Type="http://schemas.openxmlformats.org/officeDocument/2006/relationships/image" Target="../media/image16.png"/><Relationship Id="rId19" Type="http://schemas.openxmlformats.org/officeDocument/2006/relationships/image" Target="../media/image40.png"/><Relationship Id="rId18" Type="http://schemas.openxmlformats.org/officeDocument/2006/relationships/image" Target="../media/image20.png"/></Relationships>
</file>

<file path=ppt/slides/_rels/slide14.xml.rels><?xml version="1.0" encoding="UTF-8" standalone="yes"?><Relationships xmlns="http://schemas.openxmlformats.org/package/2006/relationships"><Relationship Id="rId20" Type="http://schemas.openxmlformats.org/officeDocument/2006/relationships/image" Target="../media/image52.png"/><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37.png"/><Relationship Id="rId9" Type="http://schemas.openxmlformats.org/officeDocument/2006/relationships/image" Target="../media/image28.png"/><Relationship Id="rId5" Type="http://schemas.openxmlformats.org/officeDocument/2006/relationships/image" Target="../media/image31.png"/><Relationship Id="rId6" Type="http://schemas.openxmlformats.org/officeDocument/2006/relationships/image" Target="../media/image24.png"/><Relationship Id="rId7" Type="http://schemas.openxmlformats.org/officeDocument/2006/relationships/image" Target="../media/image39.png"/><Relationship Id="rId8" Type="http://schemas.openxmlformats.org/officeDocument/2006/relationships/image" Target="../media/image34.png"/><Relationship Id="rId11" Type="http://schemas.openxmlformats.org/officeDocument/2006/relationships/image" Target="../media/image29.png"/><Relationship Id="rId10" Type="http://schemas.openxmlformats.org/officeDocument/2006/relationships/image" Target="../media/image25.png"/><Relationship Id="rId13" Type="http://schemas.openxmlformats.org/officeDocument/2006/relationships/image" Target="../media/image27.png"/><Relationship Id="rId12" Type="http://schemas.openxmlformats.org/officeDocument/2006/relationships/image" Target="../media/image42.png"/><Relationship Id="rId15" Type="http://schemas.openxmlformats.org/officeDocument/2006/relationships/image" Target="../media/image35.png"/><Relationship Id="rId14" Type="http://schemas.openxmlformats.org/officeDocument/2006/relationships/image" Target="../media/image26.png"/><Relationship Id="rId17" Type="http://schemas.openxmlformats.org/officeDocument/2006/relationships/image" Target="../media/image73.png"/><Relationship Id="rId16" Type="http://schemas.openxmlformats.org/officeDocument/2006/relationships/image" Target="../media/image30.png"/><Relationship Id="rId19" Type="http://schemas.openxmlformats.org/officeDocument/2006/relationships/image" Target="../media/image38.png"/><Relationship Id="rId18" Type="http://schemas.openxmlformats.org/officeDocument/2006/relationships/image" Target="../media/image36.png"/></Relationships>
</file>

<file path=ppt/slides/_rels/slide15.xml.rels><?xml version="1.0" encoding="UTF-8" standalone="yes"?><Relationships xmlns="http://schemas.openxmlformats.org/package/2006/relationships"><Relationship Id="rId20" Type="http://schemas.openxmlformats.org/officeDocument/2006/relationships/image" Target="../media/image60.png"/><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image" Target="../media/image58.png"/><Relationship Id="rId4" Type="http://schemas.openxmlformats.org/officeDocument/2006/relationships/image" Target="../media/image59.png"/><Relationship Id="rId9" Type="http://schemas.openxmlformats.org/officeDocument/2006/relationships/image" Target="../media/image50.png"/><Relationship Id="rId5" Type="http://schemas.openxmlformats.org/officeDocument/2006/relationships/image" Target="../media/image44.png"/><Relationship Id="rId6" Type="http://schemas.openxmlformats.org/officeDocument/2006/relationships/image" Target="../media/image48.png"/><Relationship Id="rId7" Type="http://schemas.openxmlformats.org/officeDocument/2006/relationships/image" Target="../media/image46.png"/><Relationship Id="rId8" Type="http://schemas.openxmlformats.org/officeDocument/2006/relationships/image" Target="../media/image65.png"/><Relationship Id="rId11" Type="http://schemas.openxmlformats.org/officeDocument/2006/relationships/image" Target="../media/image53.png"/><Relationship Id="rId10" Type="http://schemas.openxmlformats.org/officeDocument/2006/relationships/image" Target="../media/image51.png"/><Relationship Id="rId13" Type="http://schemas.openxmlformats.org/officeDocument/2006/relationships/image" Target="../media/image55.png"/><Relationship Id="rId12" Type="http://schemas.openxmlformats.org/officeDocument/2006/relationships/image" Target="../media/image49.png"/><Relationship Id="rId15" Type="http://schemas.openxmlformats.org/officeDocument/2006/relationships/image" Target="../media/image54.png"/><Relationship Id="rId14" Type="http://schemas.openxmlformats.org/officeDocument/2006/relationships/image" Target="../media/image64.png"/><Relationship Id="rId17" Type="http://schemas.openxmlformats.org/officeDocument/2006/relationships/image" Target="../media/image74.png"/><Relationship Id="rId16" Type="http://schemas.openxmlformats.org/officeDocument/2006/relationships/image" Target="../media/image57.png"/><Relationship Id="rId19" Type="http://schemas.openxmlformats.org/officeDocument/2006/relationships/image" Target="../media/image63.png"/><Relationship Id="rId18" Type="http://schemas.openxmlformats.org/officeDocument/2006/relationships/image" Target="../media/image56.png"/></Relationships>
</file>

<file path=ppt/slides/_rels/slide16.xml.rels><?xml version="1.0" encoding="UTF-8" standalone="yes"?><Relationships xmlns="http://schemas.openxmlformats.org/package/2006/relationships"><Relationship Id="rId20" Type="http://schemas.openxmlformats.org/officeDocument/2006/relationships/image" Target="../media/image78.png"/><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79.png"/><Relationship Id="rId4" Type="http://schemas.openxmlformats.org/officeDocument/2006/relationships/image" Target="../media/image83.png"/><Relationship Id="rId9" Type="http://schemas.openxmlformats.org/officeDocument/2006/relationships/image" Target="../media/image77.png"/><Relationship Id="rId5" Type="http://schemas.openxmlformats.org/officeDocument/2006/relationships/image" Target="../media/image72.png"/><Relationship Id="rId6" Type="http://schemas.openxmlformats.org/officeDocument/2006/relationships/image" Target="../media/image76.png"/><Relationship Id="rId7" Type="http://schemas.openxmlformats.org/officeDocument/2006/relationships/image" Target="../media/image70.png"/><Relationship Id="rId8" Type="http://schemas.openxmlformats.org/officeDocument/2006/relationships/image" Target="../media/image61.png"/><Relationship Id="rId11" Type="http://schemas.openxmlformats.org/officeDocument/2006/relationships/image" Target="../media/image66.png"/><Relationship Id="rId10" Type="http://schemas.openxmlformats.org/officeDocument/2006/relationships/image" Target="../media/image82.png"/><Relationship Id="rId13" Type="http://schemas.openxmlformats.org/officeDocument/2006/relationships/image" Target="../media/image69.png"/><Relationship Id="rId12" Type="http://schemas.openxmlformats.org/officeDocument/2006/relationships/image" Target="../media/image62.png"/><Relationship Id="rId15" Type="http://schemas.openxmlformats.org/officeDocument/2006/relationships/image" Target="../media/image81.png"/><Relationship Id="rId14" Type="http://schemas.openxmlformats.org/officeDocument/2006/relationships/image" Target="../media/image67.png"/><Relationship Id="rId17" Type="http://schemas.openxmlformats.org/officeDocument/2006/relationships/image" Target="../media/image68.png"/><Relationship Id="rId16" Type="http://schemas.openxmlformats.org/officeDocument/2006/relationships/image" Target="../media/image80.png"/><Relationship Id="rId19" Type="http://schemas.openxmlformats.org/officeDocument/2006/relationships/image" Target="../media/image75.png"/><Relationship Id="rId18"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
          <p:cNvSpPr txBox="1"/>
          <p:nvPr>
            <p:ph type="title"/>
          </p:nvPr>
        </p:nvSpPr>
        <p:spPr>
          <a:xfrm>
            <a:off x="387867" y="1018770"/>
            <a:ext cx="11416266" cy="2410230"/>
          </a:xfrm>
          <a:prstGeom prst="rect">
            <a:avLst/>
          </a:prstGeom>
          <a:noFill/>
          <a:ln>
            <a:noFill/>
          </a:ln>
        </p:spPr>
        <p:txBody>
          <a:bodyPr anchorCtr="0" anchor="b" bIns="45700" lIns="91425" spcFirstLastPara="1" rIns="91425" wrap="square" tIns="45700">
            <a:normAutofit/>
          </a:bodyPr>
          <a:lstStyle/>
          <a:p>
            <a:pPr indent="0" lvl="0" marL="0" rtl="0" algn="ctr">
              <a:lnSpc>
                <a:spcPct val="120000"/>
              </a:lnSpc>
              <a:spcBef>
                <a:spcPts val="0"/>
              </a:spcBef>
              <a:spcAft>
                <a:spcPts val="0"/>
              </a:spcAft>
              <a:buClr>
                <a:schemeClr val="lt1"/>
              </a:buClr>
              <a:buSzPts val="6000"/>
              <a:buFont typeface="Arial"/>
              <a:buNone/>
            </a:pPr>
            <a:r>
              <a:rPr lang="en-US"/>
              <a:t>Learn Like a GEM</a:t>
            </a:r>
            <a:endParaRPr/>
          </a:p>
        </p:txBody>
      </p:sp>
      <p:sp>
        <p:nvSpPr>
          <p:cNvPr id="310" name="Google Shape;310;p1"/>
          <p:cNvSpPr txBox="1"/>
          <p:nvPr>
            <p:ph idx="1" type="body"/>
          </p:nvPr>
        </p:nvSpPr>
        <p:spPr>
          <a:xfrm>
            <a:off x="387867" y="3554916"/>
            <a:ext cx="11416266" cy="1500187"/>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400"/>
              <a:buNone/>
            </a:pPr>
            <a:r>
              <a:rPr b="1" lang="en-US"/>
              <a:t>Subject</a:t>
            </a:r>
            <a:r>
              <a:rPr lang="en-US"/>
              <a:t>: (insert subject here)</a:t>
            </a:r>
            <a:endParaRPr/>
          </a:p>
          <a:p>
            <a:pPr indent="0" lvl="0" marL="0" rtl="0" algn="ctr">
              <a:lnSpc>
                <a:spcPct val="90000"/>
              </a:lnSpc>
              <a:spcBef>
                <a:spcPts val="1000"/>
              </a:spcBef>
              <a:spcAft>
                <a:spcPts val="0"/>
              </a:spcAft>
              <a:buClr>
                <a:schemeClr val="lt1"/>
              </a:buClr>
              <a:buSzPts val="2400"/>
              <a:buNone/>
            </a:pPr>
            <a:r>
              <a:rPr b="1" lang="en-US"/>
              <a:t>Lesson</a:t>
            </a:r>
            <a:r>
              <a:rPr lang="en-US"/>
              <a:t>: (insert lesson focus/topic here)</a:t>
            </a:r>
            <a:endParaRPr/>
          </a:p>
          <a:p>
            <a:pPr indent="0" lvl="0" marL="0" rtl="0" algn="ctr">
              <a:lnSpc>
                <a:spcPct val="90000"/>
              </a:lnSpc>
              <a:spcBef>
                <a:spcPts val="1000"/>
              </a:spcBef>
              <a:spcAft>
                <a:spcPts val="0"/>
              </a:spcAft>
              <a:buClr>
                <a:schemeClr val="lt1"/>
              </a:buClr>
              <a:buSzPts val="2400"/>
              <a:buNone/>
            </a:pPr>
            <a:r>
              <a:rPr b="1" lang="en-US"/>
              <a:t>Date</a:t>
            </a:r>
            <a:r>
              <a:rPr lang="en-US"/>
              <a:t>: (insert date here)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
          <p:cNvSpPr txBox="1"/>
          <p:nvPr>
            <p:ph type="title"/>
          </p:nvPr>
        </p:nvSpPr>
        <p:spPr>
          <a:xfrm>
            <a:off x="552448" y="1145336"/>
            <a:ext cx="5256215"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23" name="Google Shape;323;p3"/>
          <p:cNvSpPr txBox="1"/>
          <p:nvPr>
            <p:ph idx="1" type="body"/>
          </p:nvPr>
        </p:nvSpPr>
        <p:spPr>
          <a:xfrm>
            <a:off x="552450" y="2026197"/>
            <a:ext cx="5256214"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
        <p:nvSpPr>
          <p:cNvPr id="324" name="Google Shape;324;p3"/>
          <p:cNvSpPr txBox="1"/>
          <p:nvPr>
            <p:ph idx="2" type="body"/>
          </p:nvPr>
        </p:nvSpPr>
        <p:spPr>
          <a:xfrm>
            <a:off x="6096001" y="2026197"/>
            <a:ext cx="5903912"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Font typeface="Arial"/>
              <a:buNone/>
            </a:pPr>
            <a:r>
              <a:t/>
            </a:r>
            <a:endParaRPr/>
          </a:p>
        </p:txBody>
      </p:sp>
      <p:sp>
        <p:nvSpPr>
          <p:cNvPr id="325" name="Google Shape;325;p3"/>
          <p:cNvSpPr txBox="1"/>
          <p:nvPr>
            <p:ph idx="3" type="body"/>
          </p:nvPr>
        </p:nvSpPr>
        <p:spPr>
          <a:xfrm>
            <a:off x="6096000" y="1144588"/>
            <a:ext cx="5903913" cy="62865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0C1B3E"/>
              </a:buClr>
              <a:buSzPts val="3000"/>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32" name="Google Shape;332;p4"/>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39" name="Google Shape;339;p5"/>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6"/>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46" name="Google Shape;346;p6"/>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7"/>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53" name="Google Shape;353;p7"/>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8"/>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60" name="Google Shape;360;p8"/>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9"/>
          <p:cNvSpPr txBox="1"/>
          <p:nvPr>
            <p:ph type="title"/>
          </p:nvPr>
        </p:nvSpPr>
        <p:spPr>
          <a:xfrm>
            <a:off x="552448" y="1110612"/>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67" name="Google Shape;367;p9"/>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0"/>
          <p:cNvSpPr txBox="1"/>
          <p:nvPr>
            <p:ph type="title"/>
          </p:nvPr>
        </p:nvSpPr>
        <p:spPr>
          <a:xfrm>
            <a:off x="552448" y="1145336"/>
            <a:ext cx="11447463" cy="626479"/>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C1B3E"/>
              </a:buClr>
              <a:buSzPts val="3000"/>
              <a:buFont typeface="Arial"/>
              <a:buNone/>
            </a:pPr>
            <a:r>
              <a:t/>
            </a:r>
            <a:endParaRPr/>
          </a:p>
        </p:txBody>
      </p:sp>
      <p:sp>
        <p:nvSpPr>
          <p:cNvPr id="373" name="Google Shape;373;p10"/>
          <p:cNvSpPr txBox="1"/>
          <p:nvPr>
            <p:ph idx="1" type="body"/>
          </p:nvPr>
        </p:nvSpPr>
        <p:spPr>
          <a:xfrm>
            <a:off x="552449" y="2026197"/>
            <a:ext cx="11447463" cy="395822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595959"/>
              </a:buClr>
              <a:buSzPts val="2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latin typeface="Arial"/>
              <a:ea typeface="Arial"/>
              <a:cs typeface="Arial"/>
              <a:sym typeface="Arial"/>
            </a:endParaRPr>
          </a:p>
        </p:txBody>
      </p:sp>
      <p:sp>
        <p:nvSpPr>
          <p:cNvPr id="379" name="Google Shape;37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2"/>
          <p:cNvSpPr txBox="1"/>
          <p:nvPr>
            <p:ph type="title"/>
          </p:nvPr>
        </p:nvSpPr>
        <p:spPr>
          <a:xfrm>
            <a:off x="387867" y="1018770"/>
            <a:ext cx="11416266" cy="2410230"/>
          </a:xfrm>
          <a:prstGeom prst="rect">
            <a:avLst/>
          </a:prstGeom>
          <a:noFill/>
          <a:ln>
            <a:noFill/>
          </a:ln>
        </p:spPr>
        <p:txBody>
          <a:bodyPr anchorCtr="0" anchor="b" bIns="45700" lIns="91425" spcFirstLastPara="1" rIns="91425" wrap="square" tIns="45700">
            <a:normAutofit/>
          </a:bodyPr>
          <a:lstStyle/>
          <a:p>
            <a:pPr indent="0" lvl="0" marL="0" rtl="0" algn="ctr">
              <a:lnSpc>
                <a:spcPct val="120000"/>
              </a:lnSpc>
              <a:spcBef>
                <a:spcPts val="0"/>
              </a:spcBef>
              <a:spcAft>
                <a:spcPts val="0"/>
              </a:spcAft>
              <a:buClr>
                <a:schemeClr val="lt1"/>
              </a:buClr>
              <a:buSzPts val="6000"/>
              <a:buFont typeface="Arial"/>
              <a:buNone/>
            </a:pPr>
            <a:r>
              <a:rPr lang="en-US"/>
              <a:t>Thank you</a:t>
            </a:r>
            <a:endParaRPr/>
          </a:p>
        </p:txBody>
      </p:sp>
      <p:sp>
        <p:nvSpPr>
          <p:cNvPr id="385" name="Google Shape;385;p12"/>
          <p:cNvSpPr txBox="1"/>
          <p:nvPr>
            <p:ph idx="1" type="body"/>
          </p:nvPr>
        </p:nvSpPr>
        <p:spPr>
          <a:xfrm>
            <a:off x="387867" y="3554916"/>
            <a:ext cx="11416266" cy="1500187"/>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4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descr="A purple circle with white arrows in it&#10;&#10;AI-generated content may be incorrect." id="390" name="Google Shape;390;p13"/>
          <p:cNvPicPr preferRelativeResize="0"/>
          <p:nvPr/>
        </p:nvPicPr>
        <p:blipFill rotWithShape="1">
          <a:blip r:embed="rId3">
            <a:alphaModFix/>
          </a:blip>
          <a:srcRect b="0" l="0" r="0" t="0"/>
          <a:stretch/>
        </p:blipFill>
        <p:spPr>
          <a:xfrm>
            <a:off x="1590134" y="671958"/>
            <a:ext cx="2143737" cy="1270164"/>
          </a:xfrm>
          <a:prstGeom prst="rect">
            <a:avLst/>
          </a:prstGeom>
          <a:noFill/>
          <a:ln>
            <a:noFill/>
          </a:ln>
        </p:spPr>
      </p:pic>
      <p:pic>
        <p:nvPicPr>
          <p:cNvPr descr="A purple circle with a white outline of a head with a gear in it&#10;&#10;AI-generated content may be incorrect." id="391" name="Google Shape;391;p13"/>
          <p:cNvPicPr preferRelativeResize="0"/>
          <p:nvPr/>
        </p:nvPicPr>
        <p:blipFill rotWithShape="1">
          <a:blip r:embed="rId4">
            <a:alphaModFix/>
          </a:blip>
          <a:srcRect b="0" l="0" r="0" t="0"/>
          <a:stretch/>
        </p:blipFill>
        <p:spPr>
          <a:xfrm>
            <a:off x="3073396" y="671957"/>
            <a:ext cx="2143738" cy="1270164"/>
          </a:xfrm>
          <a:prstGeom prst="rect">
            <a:avLst/>
          </a:prstGeom>
          <a:noFill/>
          <a:ln>
            <a:noFill/>
          </a:ln>
        </p:spPr>
      </p:pic>
      <p:pic>
        <p:nvPicPr>
          <p:cNvPr descr="A purple circle with a white arrow in the center&#10;&#10;AI-generated content may be incorrect." id="392" name="Google Shape;392;p13"/>
          <p:cNvPicPr preferRelativeResize="0"/>
          <p:nvPr/>
        </p:nvPicPr>
        <p:blipFill rotWithShape="1">
          <a:blip r:embed="rId5">
            <a:alphaModFix/>
          </a:blip>
          <a:srcRect b="0" l="0" r="0" t="0"/>
          <a:stretch/>
        </p:blipFill>
        <p:spPr>
          <a:xfrm>
            <a:off x="4556660" y="671956"/>
            <a:ext cx="2143736" cy="1270163"/>
          </a:xfrm>
          <a:prstGeom prst="rect">
            <a:avLst/>
          </a:prstGeom>
          <a:noFill/>
          <a:ln>
            <a:noFill/>
          </a:ln>
        </p:spPr>
      </p:pic>
      <p:pic>
        <p:nvPicPr>
          <p:cNvPr descr="A purple circle with arrows&#10;&#10;AI-generated content may be incorrect." id="393" name="Google Shape;393;p13"/>
          <p:cNvPicPr preferRelativeResize="0"/>
          <p:nvPr/>
        </p:nvPicPr>
        <p:blipFill rotWithShape="1">
          <a:blip r:embed="rId6">
            <a:alphaModFix/>
          </a:blip>
          <a:srcRect b="0" l="0" r="0" t="0"/>
          <a:stretch/>
        </p:blipFill>
        <p:spPr>
          <a:xfrm>
            <a:off x="6039922" y="671954"/>
            <a:ext cx="2143733" cy="1270162"/>
          </a:xfrm>
          <a:prstGeom prst="rect">
            <a:avLst/>
          </a:prstGeom>
          <a:noFill/>
          <a:ln>
            <a:noFill/>
          </a:ln>
        </p:spPr>
      </p:pic>
      <p:pic>
        <p:nvPicPr>
          <p:cNvPr descr="A purple circle with white outline and arrows in center&#10;&#10;AI-generated content may be incorrect." id="394" name="Google Shape;394;p13"/>
          <p:cNvPicPr preferRelativeResize="0"/>
          <p:nvPr/>
        </p:nvPicPr>
        <p:blipFill rotWithShape="1">
          <a:blip r:embed="rId7">
            <a:alphaModFix/>
          </a:blip>
          <a:srcRect b="0" l="0" r="0" t="0"/>
          <a:stretch/>
        </p:blipFill>
        <p:spPr>
          <a:xfrm>
            <a:off x="7523180" y="671950"/>
            <a:ext cx="2143732" cy="1270161"/>
          </a:xfrm>
          <a:prstGeom prst="rect">
            <a:avLst/>
          </a:prstGeom>
          <a:noFill/>
          <a:ln>
            <a:noFill/>
          </a:ln>
        </p:spPr>
      </p:pic>
      <p:pic>
        <p:nvPicPr>
          <p:cNvPr descr="A logo of a group of people&#10;&#10;AI-generated content may be incorrect." id="395" name="Google Shape;395;p13"/>
          <p:cNvPicPr preferRelativeResize="0"/>
          <p:nvPr/>
        </p:nvPicPr>
        <p:blipFill rotWithShape="1">
          <a:blip r:embed="rId8">
            <a:alphaModFix/>
          </a:blip>
          <a:srcRect b="0" l="0" r="0" t="0"/>
          <a:stretch/>
        </p:blipFill>
        <p:spPr>
          <a:xfrm>
            <a:off x="290009" y="2578905"/>
            <a:ext cx="2143737" cy="1270164"/>
          </a:xfrm>
          <a:prstGeom prst="rect">
            <a:avLst/>
          </a:prstGeom>
          <a:noFill/>
          <a:ln>
            <a:noFill/>
          </a:ln>
        </p:spPr>
      </p:pic>
      <p:pic>
        <p:nvPicPr>
          <p:cNvPr descr="A group of people in a circle with text&#10;&#10;AI-generated content may be incorrect." id="396" name="Google Shape;396;p13"/>
          <p:cNvPicPr preferRelativeResize="0"/>
          <p:nvPr/>
        </p:nvPicPr>
        <p:blipFill rotWithShape="1">
          <a:blip r:embed="rId9">
            <a:alphaModFix/>
          </a:blip>
          <a:srcRect b="0" l="0" r="0" t="0"/>
          <a:stretch/>
        </p:blipFill>
        <p:spPr>
          <a:xfrm>
            <a:off x="1661938" y="2578905"/>
            <a:ext cx="2143738" cy="1270165"/>
          </a:xfrm>
          <a:prstGeom prst="rect">
            <a:avLst/>
          </a:prstGeom>
          <a:noFill/>
          <a:ln>
            <a:noFill/>
          </a:ln>
        </p:spPr>
      </p:pic>
      <p:pic>
        <p:nvPicPr>
          <p:cNvPr descr="A person talking to another person&#10;&#10;AI-generated content may be incorrect." id="397" name="Google Shape;397;p13"/>
          <p:cNvPicPr preferRelativeResize="0"/>
          <p:nvPr/>
        </p:nvPicPr>
        <p:blipFill rotWithShape="1">
          <a:blip r:embed="rId10">
            <a:alphaModFix/>
          </a:blip>
          <a:srcRect b="0" l="0" r="0" t="0"/>
          <a:stretch/>
        </p:blipFill>
        <p:spPr>
          <a:xfrm>
            <a:off x="3033868" y="2578899"/>
            <a:ext cx="2143732" cy="1270161"/>
          </a:xfrm>
          <a:prstGeom prst="rect">
            <a:avLst/>
          </a:prstGeom>
          <a:noFill/>
          <a:ln>
            <a:noFill/>
          </a:ln>
        </p:spPr>
      </p:pic>
      <p:pic>
        <p:nvPicPr>
          <p:cNvPr descr="A logo with arrows in a circle&#10;&#10;AI-generated content may be incorrect." id="398" name="Google Shape;398;p13"/>
          <p:cNvPicPr preferRelativeResize="0"/>
          <p:nvPr/>
        </p:nvPicPr>
        <p:blipFill rotWithShape="1">
          <a:blip r:embed="rId11">
            <a:alphaModFix/>
          </a:blip>
          <a:srcRect b="0" l="0" r="0" t="0"/>
          <a:stretch/>
        </p:blipFill>
        <p:spPr>
          <a:xfrm>
            <a:off x="4405792" y="2578899"/>
            <a:ext cx="2143732" cy="1270161"/>
          </a:xfrm>
          <a:prstGeom prst="rect">
            <a:avLst/>
          </a:prstGeom>
          <a:noFill/>
          <a:ln>
            <a:noFill/>
          </a:ln>
        </p:spPr>
      </p:pic>
      <p:pic>
        <p:nvPicPr>
          <p:cNvPr descr="A logo of a hand holding a pencil&#10;&#10;AI-generated content may be incorrect." id="399" name="Google Shape;399;p13"/>
          <p:cNvPicPr preferRelativeResize="0"/>
          <p:nvPr/>
        </p:nvPicPr>
        <p:blipFill rotWithShape="1">
          <a:blip r:embed="rId12">
            <a:alphaModFix/>
          </a:blip>
          <a:srcRect b="0" l="0" r="0" t="0"/>
          <a:stretch/>
        </p:blipFill>
        <p:spPr>
          <a:xfrm>
            <a:off x="5777716" y="2578898"/>
            <a:ext cx="2143733" cy="1270162"/>
          </a:xfrm>
          <a:prstGeom prst="rect">
            <a:avLst/>
          </a:prstGeom>
          <a:noFill/>
          <a:ln>
            <a:noFill/>
          </a:ln>
        </p:spPr>
      </p:pic>
      <p:pic>
        <p:nvPicPr>
          <p:cNvPr descr="A group of people holding signs&#10;&#10;AI-generated content may be incorrect." id="400" name="Google Shape;400;p13"/>
          <p:cNvPicPr preferRelativeResize="0"/>
          <p:nvPr/>
        </p:nvPicPr>
        <p:blipFill rotWithShape="1">
          <a:blip r:embed="rId13">
            <a:alphaModFix/>
          </a:blip>
          <a:srcRect b="0" l="0" r="0" t="0"/>
          <a:stretch/>
        </p:blipFill>
        <p:spPr>
          <a:xfrm>
            <a:off x="7149641" y="2578898"/>
            <a:ext cx="2143733" cy="1270162"/>
          </a:xfrm>
          <a:prstGeom prst="rect">
            <a:avLst/>
          </a:prstGeom>
          <a:noFill/>
          <a:ln>
            <a:noFill/>
          </a:ln>
        </p:spPr>
      </p:pic>
      <p:pic>
        <p:nvPicPr>
          <p:cNvPr descr="A phone logo with a snowflake&#10;&#10;AI-generated content may be incorrect." id="401" name="Google Shape;401;p13"/>
          <p:cNvPicPr preferRelativeResize="0"/>
          <p:nvPr/>
        </p:nvPicPr>
        <p:blipFill rotWithShape="1">
          <a:blip r:embed="rId14">
            <a:alphaModFix/>
          </a:blip>
          <a:srcRect b="0" l="0" r="0" t="0"/>
          <a:stretch/>
        </p:blipFill>
        <p:spPr>
          <a:xfrm>
            <a:off x="9893488" y="2578898"/>
            <a:ext cx="2143733" cy="1270162"/>
          </a:xfrm>
          <a:prstGeom prst="rect">
            <a:avLst/>
          </a:prstGeom>
          <a:noFill/>
          <a:ln>
            <a:noFill/>
          </a:ln>
        </p:spPr>
      </p:pic>
      <p:pic>
        <p:nvPicPr>
          <p:cNvPr descr="A logo of a call center&#10;&#10;AI-generated content may be incorrect." id="402" name="Google Shape;402;p13"/>
          <p:cNvPicPr preferRelativeResize="0"/>
          <p:nvPr/>
        </p:nvPicPr>
        <p:blipFill rotWithShape="1">
          <a:blip r:embed="rId15">
            <a:alphaModFix/>
          </a:blip>
          <a:srcRect b="0" l="0" r="0" t="0"/>
          <a:stretch/>
        </p:blipFill>
        <p:spPr>
          <a:xfrm>
            <a:off x="8521566" y="2578898"/>
            <a:ext cx="2143733" cy="1270162"/>
          </a:xfrm>
          <a:prstGeom prst="rect">
            <a:avLst/>
          </a:prstGeom>
          <a:noFill/>
          <a:ln>
            <a:noFill/>
          </a:ln>
        </p:spPr>
      </p:pic>
      <p:pic>
        <p:nvPicPr>
          <p:cNvPr descr="A blue circle with white lines on it with a checklist on it&#10;&#10;AI-generated content may be incorrect." id="403" name="Google Shape;403;p13"/>
          <p:cNvPicPr preferRelativeResize="0"/>
          <p:nvPr/>
        </p:nvPicPr>
        <p:blipFill rotWithShape="1">
          <a:blip r:embed="rId16">
            <a:alphaModFix/>
          </a:blip>
          <a:srcRect b="0" l="0" r="0" t="0"/>
          <a:stretch/>
        </p:blipFill>
        <p:spPr>
          <a:xfrm>
            <a:off x="2358040" y="4485546"/>
            <a:ext cx="2143733" cy="1270162"/>
          </a:xfrm>
          <a:prstGeom prst="rect">
            <a:avLst/>
          </a:prstGeom>
          <a:noFill/>
          <a:ln>
            <a:noFill/>
          </a:ln>
        </p:spPr>
      </p:pic>
      <p:pic>
        <p:nvPicPr>
          <p:cNvPr descr="A blue circle with white and black text&#10;&#10;AI-generated content may be incorrect." id="404" name="Google Shape;404;p13"/>
          <p:cNvPicPr preferRelativeResize="0"/>
          <p:nvPr/>
        </p:nvPicPr>
        <p:blipFill rotWithShape="1">
          <a:blip r:embed="rId17">
            <a:alphaModFix/>
          </a:blip>
          <a:srcRect b="0" l="0" r="0" t="0"/>
          <a:stretch/>
        </p:blipFill>
        <p:spPr>
          <a:xfrm>
            <a:off x="4144485" y="4484619"/>
            <a:ext cx="2145298" cy="1271089"/>
          </a:xfrm>
          <a:prstGeom prst="rect">
            <a:avLst/>
          </a:prstGeom>
          <a:noFill/>
          <a:ln>
            <a:noFill/>
          </a:ln>
        </p:spPr>
      </p:pic>
      <p:pic>
        <p:nvPicPr>
          <p:cNvPr descr="A blue circle with a hand pointing at a button&#10;&#10;AI-generated content may be incorrect." id="405" name="Google Shape;405;p13"/>
          <p:cNvPicPr preferRelativeResize="0"/>
          <p:nvPr/>
        </p:nvPicPr>
        <p:blipFill rotWithShape="1">
          <a:blip r:embed="rId18">
            <a:alphaModFix/>
          </a:blip>
          <a:srcRect b="0" l="0" r="0" t="0"/>
          <a:stretch/>
        </p:blipFill>
        <p:spPr>
          <a:xfrm>
            <a:off x="5932495" y="4484609"/>
            <a:ext cx="2143732" cy="1270161"/>
          </a:xfrm>
          <a:prstGeom prst="rect">
            <a:avLst/>
          </a:prstGeom>
          <a:noFill/>
          <a:ln>
            <a:noFill/>
          </a:ln>
        </p:spPr>
      </p:pic>
      <p:pic>
        <p:nvPicPr>
          <p:cNvPr descr="A blue circle with white outline and a magnifying glass with people in it&#10;&#10;AI-generated content may be incorrect." id="406" name="Google Shape;406;p13"/>
          <p:cNvPicPr preferRelativeResize="0"/>
          <p:nvPr/>
        </p:nvPicPr>
        <p:blipFill rotWithShape="1">
          <a:blip r:embed="rId19">
            <a:alphaModFix/>
          </a:blip>
          <a:srcRect b="0" l="0" r="0" t="0"/>
          <a:stretch/>
        </p:blipFill>
        <p:spPr>
          <a:xfrm>
            <a:off x="7718938" y="4484609"/>
            <a:ext cx="2143732" cy="1270161"/>
          </a:xfrm>
          <a:prstGeom prst="rect">
            <a:avLst/>
          </a:prstGeom>
          <a:noFill/>
          <a:ln>
            <a:noFill/>
          </a:ln>
        </p:spPr>
      </p:pic>
      <p:pic>
        <p:nvPicPr>
          <p:cNvPr descr="A purple circle with white lines and a black background&#10;&#10;AI-generated content may be incorrect." id="407" name="Google Shape;407;p13"/>
          <p:cNvPicPr preferRelativeResize="0"/>
          <p:nvPr/>
        </p:nvPicPr>
        <p:blipFill rotWithShape="1">
          <a:blip r:embed="rId20">
            <a:alphaModFix/>
          </a:blip>
          <a:srcRect b="0" l="0" r="0" t="0"/>
          <a:stretch/>
        </p:blipFill>
        <p:spPr>
          <a:xfrm>
            <a:off x="8854178" y="671950"/>
            <a:ext cx="2143732" cy="12726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descr="A black background with white text&#10;&#10;AI-generated content may be incorrect." id="412" name="Google Shape;412;p14"/>
          <p:cNvPicPr preferRelativeResize="0"/>
          <p:nvPr/>
        </p:nvPicPr>
        <p:blipFill rotWithShape="1">
          <a:blip r:embed="rId3">
            <a:alphaModFix/>
          </a:blip>
          <a:srcRect b="0" l="0" r="0" t="0"/>
          <a:stretch/>
        </p:blipFill>
        <p:spPr>
          <a:xfrm>
            <a:off x="349606" y="818436"/>
            <a:ext cx="2247478" cy="532670"/>
          </a:xfrm>
          <a:prstGeom prst="rect">
            <a:avLst/>
          </a:prstGeom>
          <a:noFill/>
          <a:ln>
            <a:noFill/>
          </a:ln>
        </p:spPr>
      </p:pic>
      <p:pic>
        <p:nvPicPr>
          <p:cNvPr descr="A black background with white text&#10;&#10;AI-generated content may be incorrect." id="413" name="Google Shape;413;p14"/>
          <p:cNvPicPr preferRelativeResize="0"/>
          <p:nvPr/>
        </p:nvPicPr>
        <p:blipFill rotWithShape="1">
          <a:blip r:embed="rId4">
            <a:alphaModFix/>
          </a:blip>
          <a:srcRect b="0" l="0" r="0" t="0"/>
          <a:stretch/>
        </p:blipFill>
        <p:spPr>
          <a:xfrm>
            <a:off x="349606" y="1698112"/>
            <a:ext cx="2127377" cy="504205"/>
          </a:xfrm>
          <a:prstGeom prst="rect">
            <a:avLst/>
          </a:prstGeom>
          <a:noFill/>
          <a:ln>
            <a:noFill/>
          </a:ln>
        </p:spPr>
      </p:pic>
      <p:pic>
        <p:nvPicPr>
          <p:cNvPr descr="A black background with grey text&#10;&#10;AI-generated content may be incorrect." id="414" name="Google Shape;414;p14"/>
          <p:cNvPicPr preferRelativeResize="0"/>
          <p:nvPr/>
        </p:nvPicPr>
        <p:blipFill rotWithShape="1">
          <a:blip r:embed="rId5">
            <a:alphaModFix/>
          </a:blip>
          <a:srcRect b="0" l="0" r="0" t="0"/>
          <a:stretch/>
        </p:blipFill>
        <p:spPr>
          <a:xfrm>
            <a:off x="349606" y="2549323"/>
            <a:ext cx="2247482" cy="532671"/>
          </a:xfrm>
          <a:prstGeom prst="rect">
            <a:avLst/>
          </a:prstGeom>
          <a:noFill/>
          <a:ln>
            <a:noFill/>
          </a:ln>
        </p:spPr>
      </p:pic>
      <p:pic>
        <p:nvPicPr>
          <p:cNvPr descr="A black background with white text&#10;&#10;AI-generated content may be incorrect." id="415" name="Google Shape;415;p14"/>
          <p:cNvPicPr preferRelativeResize="0"/>
          <p:nvPr/>
        </p:nvPicPr>
        <p:blipFill rotWithShape="1">
          <a:blip r:embed="rId6">
            <a:alphaModFix/>
          </a:blip>
          <a:srcRect b="0" l="0" r="0" t="0"/>
          <a:stretch/>
        </p:blipFill>
        <p:spPr>
          <a:xfrm>
            <a:off x="349606" y="3429000"/>
            <a:ext cx="2247482" cy="532671"/>
          </a:xfrm>
          <a:prstGeom prst="rect">
            <a:avLst/>
          </a:prstGeom>
          <a:noFill/>
          <a:ln>
            <a:noFill/>
          </a:ln>
        </p:spPr>
      </p:pic>
      <p:pic>
        <p:nvPicPr>
          <p:cNvPr descr="A black background with grey text&#10;&#10;AI-generated content may be incorrect." id="416" name="Google Shape;416;p14"/>
          <p:cNvPicPr preferRelativeResize="0"/>
          <p:nvPr/>
        </p:nvPicPr>
        <p:blipFill rotWithShape="1">
          <a:blip r:embed="rId7">
            <a:alphaModFix/>
          </a:blip>
          <a:srcRect b="0" l="0" r="0" t="0"/>
          <a:stretch/>
        </p:blipFill>
        <p:spPr>
          <a:xfrm>
            <a:off x="349606" y="4280211"/>
            <a:ext cx="2247482" cy="532671"/>
          </a:xfrm>
          <a:prstGeom prst="rect">
            <a:avLst/>
          </a:prstGeom>
          <a:noFill/>
          <a:ln>
            <a:noFill/>
          </a:ln>
        </p:spPr>
      </p:pic>
      <p:pic>
        <p:nvPicPr>
          <p:cNvPr descr="A black and white sign with text&#10;&#10;AI-generated content may be incorrect." id="417" name="Google Shape;417;p14"/>
          <p:cNvPicPr preferRelativeResize="0"/>
          <p:nvPr/>
        </p:nvPicPr>
        <p:blipFill rotWithShape="1">
          <a:blip r:embed="rId8">
            <a:alphaModFix/>
          </a:blip>
          <a:srcRect b="0" l="0" r="0" t="0"/>
          <a:stretch/>
        </p:blipFill>
        <p:spPr>
          <a:xfrm>
            <a:off x="349606" y="5099591"/>
            <a:ext cx="2247482" cy="532671"/>
          </a:xfrm>
          <a:prstGeom prst="rect">
            <a:avLst/>
          </a:prstGeom>
          <a:noFill/>
          <a:ln>
            <a:noFill/>
          </a:ln>
        </p:spPr>
      </p:pic>
      <p:pic>
        <p:nvPicPr>
          <p:cNvPr descr="A black and white sign&#10;&#10;AI-generated content may be incorrect." id="418" name="Google Shape;418;p14"/>
          <p:cNvPicPr preferRelativeResize="0"/>
          <p:nvPr/>
        </p:nvPicPr>
        <p:blipFill rotWithShape="1">
          <a:blip r:embed="rId9">
            <a:alphaModFix/>
          </a:blip>
          <a:srcRect b="0" l="0" r="0" t="0"/>
          <a:stretch/>
        </p:blipFill>
        <p:spPr>
          <a:xfrm>
            <a:off x="4972260" y="254410"/>
            <a:ext cx="2127378" cy="504205"/>
          </a:xfrm>
          <a:prstGeom prst="rect">
            <a:avLst/>
          </a:prstGeom>
          <a:noFill/>
          <a:ln>
            <a:noFill/>
          </a:ln>
        </p:spPr>
      </p:pic>
      <p:pic>
        <p:nvPicPr>
          <p:cNvPr descr="A black background with white text&#10;&#10;AI-generated content may be incorrect." id="419" name="Google Shape;419;p14"/>
          <p:cNvPicPr preferRelativeResize="0"/>
          <p:nvPr/>
        </p:nvPicPr>
        <p:blipFill rotWithShape="1">
          <a:blip r:embed="rId10">
            <a:alphaModFix/>
          </a:blip>
          <a:srcRect b="0" l="0" r="0" t="0"/>
          <a:stretch/>
        </p:blipFill>
        <p:spPr>
          <a:xfrm>
            <a:off x="4972260" y="1046242"/>
            <a:ext cx="2247478" cy="532670"/>
          </a:xfrm>
          <a:prstGeom prst="rect">
            <a:avLst/>
          </a:prstGeom>
          <a:noFill/>
          <a:ln>
            <a:noFill/>
          </a:ln>
        </p:spPr>
      </p:pic>
      <p:pic>
        <p:nvPicPr>
          <p:cNvPr descr="A black background with white text&#10;&#10;AI-generated content may be incorrect." id="420" name="Google Shape;420;p14"/>
          <p:cNvPicPr preferRelativeResize="0"/>
          <p:nvPr/>
        </p:nvPicPr>
        <p:blipFill rotWithShape="1">
          <a:blip r:embed="rId11">
            <a:alphaModFix/>
          </a:blip>
          <a:srcRect b="0" l="0" r="0" t="0"/>
          <a:stretch/>
        </p:blipFill>
        <p:spPr>
          <a:xfrm>
            <a:off x="4972260" y="1866539"/>
            <a:ext cx="2127378" cy="504205"/>
          </a:xfrm>
          <a:prstGeom prst="rect">
            <a:avLst/>
          </a:prstGeom>
          <a:noFill/>
          <a:ln>
            <a:noFill/>
          </a:ln>
        </p:spPr>
      </p:pic>
      <p:pic>
        <p:nvPicPr>
          <p:cNvPr descr="A black background with grey text&#10;&#10;AI-generated content may be incorrect." id="421" name="Google Shape;421;p14"/>
          <p:cNvPicPr preferRelativeResize="0"/>
          <p:nvPr/>
        </p:nvPicPr>
        <p:blipFill rotWithShape="1">
          <a:blip r:embed="rId12">
            <a:alphaModFix/>
          </a:blip>
          <a:srcRect b="0" l="0" r="0" t="0"/>
          <a:stretch/>
        </p:blipFill>
        <p:spPr>
          <a:xfrm>
            <a:off x="4972260" y="2658371"/>
            <a:ext cx="2247479" cy="532670"/>
          </a:xfrm>
          <a:prstGeom prst="rect">
            <a:avLst/>
          </a:prstGeom>
          <a:noFill/>
          <a:ln>
            <a:noFill/>
          </a:ln>
        </p:spPr>
      </p:pic>
      <p:pic>
        <p:nvPicPr>
          <p:cNvPr descr="A close-up of a black background&#10;&#10;AI-generated content may be incorrect." id="422" name="Google Shape;422;p14"/>
          <p:cNvPicPr preferRelativeResize="0"/>
          <p:nvPr/>
        </p:nvPicPr>
        <p:blipFill rotWithShape="1">
          <a:blip r:embed="rId13">
            <a:alphaModFix/>
          </a:blip>
          <a:srcRect b="0" l="0" r="0" t="0"/>
          <a:stretch/>
        </p:blipFill>
        <p:spPr>
          <a:xfrm>
            <a:off x="4972260" y="3478668"/>
            <a:ext cx="2247478" cy="532670"/>
          </a:xfrm>
          <a:prstGeom prst="rect">
            <a:avLst/>
          </a:prstGeom>
          <a:noFill/>
          <a:ln>
            <a:noFill/>
          </a:ln>
        </p:spPr>
      </p:pic>
      <p:pic>
        <p:nvPicPr>
          <p:cNvPr descr="A black background with white text&#10;&#10;AI-generated content may be incorrect." id="423" name="Google Shape;423;p14"/>
          <p:cNvPicPr preferRelativeResize="0"/>
          <p:nvPr/>
        </p:nvPicPr>
        <p:blipFill rotWithShape="1">
          <a:blip r:embed="rId14">
            <a:alphaModFix/>
          </a:blip>
          <a:srcRect b="0" l="0" r="0" t="0"/>
          <a:stretch/>
        </p:blipFill>
        <p:spPr>
          <a:xfrm>
            <a:off x="4972255" y="4298965"/>
            <a:ext cx="2247482" cy="532671"/>
          </a:xfrm>
          <a:prstGeom prst="rect">
            <a:avLst/>
          </a:prstGeom>
          <a:noFill/>
          <a:ln>
            <a:noFill/>
          </a:ln>
        </p:spPr>
      </p:pic>
      <p:pic>
        <p:nvPicPr>
          <p:cNvPr descr="A black background with white text&#10;&#10;AI-generated content may be incorrect." id="424" name="Google Shape;424;p14"/>
          <p:cNvPicPr preferRelativeResize="0"/>
          <p:nvPr/>
        </p:nvPicPr>
        <p:blipFill rotWithShape="1">
          <a:blip r:embed="rId15">
            <a:alphaModFix/>
          </a:blip>
          <a:srcRect b="0" l="0" r="0" t="0"/>
          <a:stretch/>
        </p:blipFill>
        <p:spPr>
          <a:xfrm>
            <a:off x="5003371" y="5119263"/>
            <a:ext cx="2185251" cy="517922"/>
          </a:xfrm>
          <a:prstGeom prst="rect">
            <a:avLst/>
          </a:prstGeom>
          <a:noFill/>
          <a:ln>
            <a:noFill/>
          </a:ln>
        </p:spPr>
      </p:pic>
      <p:pic>
        <p:nvPicPr>
          <p:cNvPr descr="A black background with white text&#10;&#10;AI-generated content may be incorrect." id="425" name="Google Shape;425;p14"/>
          <p:cNvPicPr preferRelativeResize="0"/>
          <p:nvPr/>
        </p:nvPicPr>
        <p:blipFill rotWithShape="1">
          <a:blip r:embed="rId16">
            <a:alphaModFix/>
          </a:blip>
          <a:srcRect b="0" l="0" r="0" t="0"/>
          <a:stretch/>
        </p:blipFill>
        <p:spPr>
          <a:xfrm>
            <a:off x="4972256" y="5924811"/>
            <a:ext cx="2309480" cy="547365"/>
          </a:xfrm>
          <a:prstGeom prst="rect">
            <a:avLst/>
          </a:prstGeom>
          <a:noFill/>
          <a:ln>
            <a:noFill/>
          </a:ln>
        </p:spPr>
      </p:pic>
      <p:pic>
        <p:nvPicPr>
          <p:cNvPr descr="A black background with white text&#10;&#10;AI-generated content may be incorrect." id="426" name="Google Shape;426;p14"/>
          <p:cNvPicPr preferRelativeResize="0"/>
          <p:nvPr/>
        </p:nvPicPr>
        <p:blipFill rotWithShape="1">
          <a:blip r:embed="rId17">
            <a:alphaModFix/>
          </a:blip>
          <a:srcRect b="0" l="0" r="0" t="0"/>
          <a:stretch/>
        </p:blipFill>
        <p:spPr>
          <a:xfrm>
            <a:off x="8591274" y="1312576"/>
            <a:ext cx="2247482" cy="532671"/>
          </a:xfrm>
          <a:prstGeom prst="rect">
            <a:avLst/>
          </a:prstGeom>
          <a:noFill/>
          <a:ln>
            <a:noFill/>
          </a:ln>
        </p:spPr>
      </p:pic>
      <p:pic>
        <p:nvPicPr>
          <p:cNvPr descr="A black background with white text&#10;&#10;AI-generated content may be incorrect." id="427" name="Google Shape;427;p14"/>
          <p:cNvPicPr preferRelativeResize="0"/>
          <p:nvPr/>
        </p:nvPicPr>
        <p:blipFill rotWithShape="1">
          <a:blip r:embed="rId18">
            <a:alphaModFix/>
          </a:blip>
          <a:srcRect b="0" l="0" r="0" t="0"/>
          <a:stretch/>
        </p:blipFill>
        <p:spPr>
          <a:xfrm>
            <a:off x="8651326" y="2311453"/>
            <a:ext cx="2127378" cy="504205"/>
          </a:xfrm>
          <a:prstGeom prst="rect">
            <a:avLst/>
          </a:prstGeom>
          <a:noFill/>
          <a:ln>
            <a:noFill/>
          </a:ln>
        </p:spPr>
      </p:pic>
      <p:pic>
        <p:nvPicPr>
          <p:cNvPr descr="A black background with white text&#10;&#10;AI-generated content may be incorrect." id="428" name="Google Shape;428;p14"/>
          <p:cNvPicPr preferRelativeResize="0"/>
          <p:nvPr/>
        </p:nvPicPr>
        <p:blipFill rotWithShape="1">
          <a:blip r:embed="rId19">
            <a:alphaModFix/>
          </a:blip>
          <a:srcRect b="0" l="0" r="0" t="0"/>
          <a:stretch/>
        </p:blipFill>
        <p:spPr>
          <a:xfrm>
            <a:off x="8711375" y="3261725"/>
            <a:ext cx="2127381" cy="504206"/>
          </a:xfrm>
          <a:prstGeom prst="rect">
            <a:avLst/>
          </a:prstGeom>
          <a:noFill/>
          <a:ln>
            <a:noFill/>
          </a:ln>
        </p:spPr>
      </p:pic>
      <p:pic>
        <p:nvPicPr>
          <p:cNvPr descr="A black background with white text&#10;&#10;AI-generated content may be incorrect." id="429" name="Google Shape;429;p14"/>
          <p:cNvPicPr preferRelativeResize="0"/>
          <p:nvPr/>
        </p:nvPicPr>
        <p:blipFill rotWithShape="1">
          <a:blip r:embed="rId20">
            <a:alphaModFix/>
          </a:blip>
          <a:srcRect b="0" l="0" r="0" t="0"/>
          <a:stretch/>
        </p:blipFill>
        <p:spPr>
          <a:xfrm>
            <a:off x="8711375" y="4298966"/>
            <a:ext cx="2247479" cy="532670"/>
          </a:xfrm>
          <a:prstGeom prst="rect">
            <a:avLst/>
          </a:prstGeom>
          <a:noFill/>
          <a:ln>
            <a:noFill/>
          </a:ln>
        </p:spPr>
      </p:pic>
      <p:sp>
        <p:nvSpPr>
          <p:cNvPr id="430" name="Google Shape;430;p14"/>
          <p:cNvSpPr txBox="1"/>
          <p:nvPr/>
        </p:nvSpPr>
        <p:spPr>
          <a:xfrm>
            <a:off x="10063744" y="5119263"/>
            <a:ext cx="17902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Watch out, typo! Don’t use this one until GEMS amend</a:t>
            </a:r>
            <a:endParaRPr/>
          </a:p>
        </p:txBody>
      </p:sp>
      <p:cxnSp>
        <p:nvCxnSpPr>
          <p:cNvPr id="431" name="Google Shape;431;p14"/>
          <p:cNvCxnSpPr/>
          <p:nvPr/>
        </p:nvCxnSpPr>
        <p:spPr>
          <a:xfrm>
            <a:off x="10063744" y="4831636"/>
            <a:ext cx="133552" cy="287627"/>
          </a:xfrm>
          <a:prstGeom prst="straightConnector1">
            <a:avLst/>
          </a:prstGeom>
          <a:noFill/>
          <a:ln cap="flat" cmpd="sng" w="19050">
            <a:solidFill>
              <a:srgbClr val="FF0000"/>
            </a:solidFill>
            <a:prstDash val="solid"/>
            <a:miter lim="800000"/>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descr="A logo with arrows on it&#10;&#10;AI-generated content may be incorrect." id="436" name="Google Shape;436;p15"/>
          <p:cNvPicPr preferRelativeResize="0"/>
          <p:nvPr/>
        </p:nvPicPr>
        <p:blipFill rotWithShape="1">
          <a:blip r:embed="rId3">
            <a:alphaModFix/>
          </a:blip>
          <a:srcRect b="0" l="0" r="0" t="0"/>
          <a:stretch/>
        </p:blipFill>
        <p:spPr>
          <a:xfrm>
            <a:off x="2280700" y="370391"/>
            <a:ext cx="1192427" cy="1192427"/>
          </a:xfrm>
          <a:prstGeom prst="rect">
            <a:avLst/>
          </a:prstGeom>
          <a:noFill/>
          <a:ln>
            <a:noFill/>
          </a:ln>
        </p:spPr>
      </p:pic>
      <p:pic>
        <p:nvPicPr>
          <p:cNvPr descr="A purple target with a dart in the center&#10;&#10;AI-generated content may be incorrect." id="437" name="Google Shape;437;p15"/>
          <p:cNvPicPr preferRelativeResize="0"/>
          <p:nvPr/>
        </p:nvPicPr>
        <p:blipFill rotWithShape="1">
          <a:blip r:embed="rId4">
            <a:alphaModFix/>
          </a:blip>
          <a:srcRect b="0" l="0" r="0" t="0"/>
          <a:stretch/>
        </p:blipFill>
        <p:spPr>
          <a:xfrm>
            <a:off x="3368720" y="370391"/>
            <a:ext cx="1192427" cy="1192427"/>
          </a:xfrm>
          <a:prstGeom prst="rect">
            <a:avLst/>
          </a:prstGeom>
          <a:noFill/>
          <a:ln>
            <a:noFill/>
          </a:ln>
        </p:spPr>
      </p:pic>
      <p:pic>
        <p:nvPicPr>
          <p:cNvPr descr="A purple outline of a head with a gear inside&#10;&#10;AI-generated content may be incorrect." id="438" name="Google Shape;438;p15"/>
          <p:cNvPicPr preferRelativeResize="0"/>
          <p:nvPr/>
        </p:nvPicPr>
        <p:blipFill rotWithShape="1">
          <a:blip r:embed="rId5">
            <a:alphaModFix/>
          </a:blip>
          <a:srcRect b="0" l="0" r="0" t="0"/>
          <a:stretch/>
        </p:blipFill>
        <p:spPr>
          <a:xfrm>
            <a:off x="4567663" y="425852"/>
            <a:ext cx="1192427" cy="1192427"/>
          </a:xfrm>
          <a:prstGeom prst="rect">
            <a:avLst/>
          </a:prstGeom>
          <a:noFill/>
          <a:ln>
            <a:noFill/>
          </a:ln>
        </p:spPr>
      </p:pic>
      <p:pic>
        <p:nvPicPr>
          <p:cNvPr descr="A purple arrows in a circle&#10;&#10;AI-generated content may be incorrect." id="439" name="Google Shape;439;p15"/>
          <p:cNvPicPr preferRelativeResize="0"/>
          <p:nvPr/>
        </p:nvPicPr>
        <p:blipFill rotWithShape="1">
          <a:blip r:embed="rId6">
            <a:alphaModFix/>
          </a:blip>
          <a:srcRect b="0" l="0" r="0" t="0"/>
          <a:stretch/>
        </p:blipFill>
        <p:spPr>
          <a:xfrm>
            <a:off x="5760091" y="370392"/>
            <a:ext cx="1192428" cy="1192428"/>
          </a:xfrm>
          <a:prstGeom prst="rect">
            <a:avLst/>
          </a:prstGeom>
          <a:noFill/>
          <a:ln>
            <a:noFill/>
          </a:ln>
        </p:spPr>
      </p:pic>
      <p:pic>
        <p:nvPicPr>
          <p:cNvPr descr="A purple magnifying glass with arrows around it&#10;&#10;AI-generated content may be incorrect." id="440" name="Google Shape;440;p15"/>
          <p:cNvPicPr preferRelativeResize="0"/>
          <p:nvPr/>
        </p:nvPicPr>
        <p:blipFill rotWithShape="1">
          <a:blip r:embed="rId7">
            <a:alphaModFix/>
          </a:blip>
          <a:srcRect b="0" l="0" r="0" t="0"/>
          <a:stretch/>
        </p:blipFill>
        <p:spPr>
          <a:xfrm>
            <a:off x="6854626" y="289367"/>
            <a:ext cx="1354474" cy="1354474"/>
          </a:xfrm>
          <a:prstGeom prst="rect">
            <a:avLst/>
          </a:prstGeom>
          <a:noFill/>
          <a:ln>
            <a:noFill/>
          </a:ln>
        </p:spPr>
      </p:pic>
      <p:pic>
        <p:nvPicPr>
          <p:cNvPr descr="A purple line art of a ticket&#10;&#10;AI-generated content may be incorrect." id="441" name="Google Shape;441;p15"/>
          <p:cNvPicPr preferRelativeResize="0"/>
          <p:nvPr/>
        </p:nvPicPr>
        <p:blipFill rotWithShape="1">
          <a:blip r:embed="rId8">
            <a:alphaModFix/>
          </a:blip>
          <a:srcRect b="0" l="0" r="0" t="0"/>
          <a:stretch/>
        </p:blipFill>
        <p:spPr>
          <a:xfrm>
            <a:off x="8151463" y="273699"/>
            <a:ext cx="1396185" cy="1396185"/>
          </a:xfrm>
          <a:prstGeom prst="rect">
            <a:avLst/>
          </a:prstGeom>
          <a:noFill/>
          <a:ln>
            <a:noFill/>
          </a:ln>
        </p:spPr>
      </p:pic>
      <p:pic>
        <p:nvPicPr>
          <p:cNvPr descr="A group of people talking&#10;&#10;AI-generated content may be incorrect." id="442" name="Google Shape;442;p15"/>
          <p:cNvPicPr preferRelativeResize="0"/>
          <p:nvPr/>
        </p:nvPicPr>
        <p:blipFill rotWithShape="1">
          <a:blip r:embed="rId9">
            <a:alphaModFix/>
          </a:blip>
          <a:srcRect b="0" l="0" r="0" t="0"/>
          <a:stretch/>
        </p:blipFill>
        <p:spPr>
          <a:xfrm>
            <a:off x="1140140" y="2374270"/>
            <a:ext cx="1192427" cy="1192427"/>
          </a:xfrm>
          <a:prstGeom prst="rect">
            <a:avLst/>
          </a:prstGeom>
          <a:noFill/>
          <a:ln>
            <a:noFill/>
          </a:ln>
        </p:spPr>
      </p:pic>
      <p:pic>
        <p:nvPicPr>
          <p:cNvPr descr="A blue line drawing of a light&#10;&#10;AI-generated content may be incorrect." id="443" name="Google Shape;443;p15"/>
          <p:cNvPicPr preferRelativeResize="0"/>
          <p:nvPr/>
        </p:nvPicPr>
        <p:blipFill rotWithShape="1">
          <a:blip r:embed="rId10">
            <a:alphaModFix/>
          </a:blip>
          <a:srcRect b="0" l="0" r="0" t="0"/>
          <a:stretch/>
        </p:blipFill>
        <p:spPr>
          <a:xfrm>
            <a:off x="2436976" y="2348227"/>
            <a:ext cx="1192428" cy="1192428"/>
          </a:xfrm>
          <a:prstGeom prst="rect">
            <a:avLst/>
          </a:prstGeom>
          <a:noFill/>
          <a:ln>
            <a:noFill/>
          </a:ln>
        </p:spPr>
      </p:pic>
      <p:pic>
        <p:nvPicPr>
          <p:cNvPr descr="A group of people holding signs&#10;&#10;AI-generated content may be incorrect." id="444" name="Google Shape;444;p15"/>
          <p:cNvPicPr preferRelativeResize="0"/>
          <p:nvPr/>
        </p:nvPicPr>
        <p:blipFill rotWithShape="1">
          <a:blip r:embed="rId11">
            <a:alphaModFix/>
          </a:blip>
          <a:srcRect b="0" l="0" r="0" t="0"/>
          <a:stretch/>
        </p:blipFill>
        <p:spPr>
          <a:xfrm>
            <a:off x="3733813" y="2348227"/>
            <a:ext cx="1192428" cy="1192428"/>
          </a:xfrm>
          <a:prstGeom prst="rect">
            <a:avLst/>
          </a:prstGeom>
          <a:noFill/>
          <a:ln>
            <a:noFill/>
          </a:ln>
        </p:spPr>
      </p:pic>
      <p:pic>
        <p:nvPicPr>
          <p:cNvPr descr="A blue line drawing of a hand holding a pencil&#10;&#10;AI-generated content may be incorrect." id="445" name="Google Shape;445;p15"/>
          <p:cNvPicPr preferRelativeResize="0"/>
          <p:nvPr/>
        </p:nvPicPr>
        <p:blipFill rotWithShape="1">
          <a:blip r:embed="rId12">
            <a:alphaModFix/>
          </a:blip>
          <a:srcRect b="0" l="0" r="0" t="0"/>
          <a:stretch/>
        </p:blipFill>
        <p:spPr>
          <a:xfrm>
            <a:off x="5030650" y="2348227"/>
            <a:ext cx="1192428" cy="1192428"/>
          </a:xfrm>
          <a:prstGeom prst="rect">
            <a:avLst/>
          </a:prstGeom>
          <a:noFill/>
          <a:ln>
            <a:noFill/>
          </a:ln>
        </p:spPr>
      </p:pic>
      <p:pic>
        <p:nvPicPr>
          <p:cNvPr descr="A phone and snowflake symbol&#10;&#10;AI-generated content may be incorrect." id="446" name="Google Shape;446;p15"/>
          <p:cNvPicPr preferRelativeResize="0"/>
          <p:nvPr/>
        </p:nvPicPr>
        <p:blipFill rotWithShape="1">
          <a:blip r:embed="rId13">
            <a:alphaModFix/>
          </a:blip>
          <a:srcRect b="0" l="0" r="0" t="0"/>
          <a:stretch/>
        </p:blipFill>
        <p:spPr>
          <a:xfrm>
            <a:off x="6133400" y="2429249"/>
            <a:ext cx="1192427" cy="1192427"/>
          </a:xfrm>
          <a:prstGeom prst="rect">
            <a:avLst/>
          </a:prstGeom>
          <a:noFill/>
          <a:ln>
            <a:noFill/>
          </a:ln>
        </p:spPr>
      </p:pic>
      <p:pic>
        <p:nvPicPr>
          <p:cNvPr descr="A person talking to a check mark&#10;&#10;AI-generated content may be incorrect." id="447" name="Google Shape;447;p15"/>
          <p:cNvPicPr preferRelativeResize="0"/>
          <p:nvPr/>
        </p:nvPicPr>
        <p:blipFill rotWithShape="1">
          <a:blip r:embed="rId14">
            <a:alphaModFix/>
          </a:blip>
          <a:srcRect b="0" l="0" r="0" t="0"/>
          <a:stretch/>
        </p:blipFill>
        <p:spPr>
          <a:xfrm>
            <a:off x="7340559" y="2374269"/>
            <a:ext cx="1192427" cy="1192427"/>
          </a:xfrm>
          <a:prstGeom prst="rect">
            <a:avLst/>
          </a:prstGeom>
          <a:noFill/>
          <a:ln>
            <a:noFill/>
          </a:ln>
        </p:spPr>
      </p:pic>
      <p:pic>
        <p:nvPicPr>
          <p:cNvPr descr="A blue arrows pointing to a circle&#10;&#10;AI-generated content may be incorrect." id="448" name="Google Shape;448;p15"/>
          <p:cNvPicPr preferRelativeResize="0"/>
          <p:nvPr/>
        </p:nvPicPr>
        <p:blipFill rotWithShape="1">
          <a:blip r:embed="rId15">
            <a:alphaModFix/>
          </a:blip>
          <a:srcRect b="0" l="0" r="0" t="0"/>
          <a:stretch/>
        </p:blipFill>
        <p:spPr>
          <a:xfrm>
            <a:off x="8399851" y="2374269"/>
            <a:ext cx="1192428" cy="1192428"/>
          </a:xfrm>
          <a:prstGeom prst="rect">
            <a:avLst/>
          </a:prstGeom>
          <a:noFill/>
          <a:ln>
            <a:noFill/>
          </a:ln>
        </p:spPr>
      </p:pic>
      <p:pic>
        <p:nvPicPr>
          <p:cNvPr descr="A group of people talking to each other&#10;&#10;AI-generated content may be incorrect." id="449" name="Google Shape;449;p15"/>
          <p:cNvPicPr preferRelativeResize="0"/>
          <p:nvPr/>
        </p:nvPicPr>
        <p:blipFill rotWithShape="1">
          <a:blip r:embed="rId16">
            <a:alphaModFix/>
          </a:blip>
          <a:srcRect b="0" l="0" r="0" t="0"/>
          <a:stretch/>
        </p:blipFill>
        <p:spPr>
          <a:xfrm>
            <a:off x="9547648" y="2429248"/>
            <a:ext cx="1192427" cy="1192427"/>
          </a:xfrm>
          <a:prstGeom prst="rect">
            <a:avLst/>
          </a:prstGeom>
          <a:noFill/>
          <a:ln>
            <a:noFill/>
          </a:ln>
        </p:spPr>
      </p:pic>
      <p:pic>
        <p:nvPicPr>
          <p:cNvPr descr="A blue line drawing of a clipboard with check marks&#10;&#10;AI-generated content may be incorrect." id="450" name="Google Shape;450;p15"/>
          <p:cNvPicPr preferRelativeResize="0"/>
          <p:nvPr/>
        </p:nvPicPr>
        <p:blipFill rotWithShape="1">
          <a:blip r:embed="rId17">
            <a:alphaModFix/>
          </a:blip>
          <a:srcRect b="0" l="0" r="0" t="0"/>
          <a:stretch/>
        </p:blipFill>
        <p:spPr>
          <a:xfrm>
            <a:off x="3198356" y="4513667"/>
            <a:ext cx="1192428" cy="1192428"/>
          </a:xfrm>
          <a:prstGeom prst="rect">
            <a:avLst/>
          </a:prstGeom>
          <a:noFill/>
          <a:ln>
            <a:noFill/>
          </a:ln>
        </p:spPr>
      </p:pic>
      <p:pic>
        <p:nvPicPr>
          <p:cNvPr descr="A blue line with a hand pointing at a circular arrow&#10;&#10;AI-generated content may be incorrect." id="451" name="Google Shape;451;p15"/>
          <p:cNvPicPr preferRelativeResize="0"/>
          <p:nvPr/>
        </p:nvPicPr>
        <p:blipFill rotWithShape="1">
          <a:blip r:embed="rId18">
            <a:alphaModFix/>
          </a:blip>
          <a:srcRect b="0" l="0" r="0" t="0"/>
          <a:stretch/>
        </p:blipFill>
        <p:spPr>
          <a:xfrm>
            <a:off x="4617315" y="4513666"/>
            <a:ext cx="1192428" cy="1192428"/>
          </a:xfrm>
          <a:prstGeom prst="rect">
            <a:avLst/>
          </a:prstGeom>
          <a:noFill/>
          <a:ln>
            <a:noFill/>
          </a:ln>
        </p:spPr>
      </p:pic>
      <p:pic>
        <p:nvPicPr>
          <p:cNvPr descr="A blue line drawing of a magnifying glass and a person looking at something&#10;&#10;AI-generated content may be incorrect." id="452" name="Google Shape;452;p15"/>
          <p:cNvPicPr preferRelativeResize="0"/>
          <p:nvPr/>
        </p:nvPicPr>
        <p:blipFill rotWithShape="1">
          <a:blip r:embed="rId19">
            <a:alphaModFix/>
          </a:blip>
          <a:srcRect b="0" l="0" r="0" t="0"/>
          <a:stretch/>
        </p:blipFill>
        <p:spPr>
          <a:xfrm>
            <a:off x="5977123" y="4504976"/>
            <a:ext cx="1192428" cy="1192428"/>
          </a:xfrm>
          <a:prstGeom prst="rect">
            <a:avLst/>
          </a:prstGeom>
          <a:noFill/>
          <a:ln>
            <a:noFill/>
          </a:ln>
        </p:spPr>
      </p:pic>
      <p:pic>
        <p:nvPicPr>
          <p:cNvPr descr="A blue and black triangle with a exclamation mark&#10;&#10;AI-generated content may be incorrect." id="453" name="Google Shape;453;p15"/>
          <p:cNvPicPr preferRelativeResize="0"/>
          <p:nvPr/>
        </p:nvPicPr>
        <p:blipFill rotWithShape="1">
          <a:blip r:embed="rId20">
            <a:alphaModFix/>
          </a:blip>
          <a:srcRect b="0" l="0" r="0" t="0"/>
          <a:stretch/>
        </p:blipFill>
        <p:spPr>
          <a:xfrm>
            <a:off x="7667873" y="4594687"/>
            <a:ext cx="1192428" cy="119242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descr="A logo with arrows in a purple circle&#10;&#10;AI-generated content may be incorrect." id="458" name="Google Shape;458;p16"/>
          <p:cNvPicPr preferRelativeResize="0"/>
          <p:nvPr/>
        </p:nvPicPr>
        <p:blipFill rotWithShape="1">
          <a:blip r:embed="rId3">
            <a:alphaModFix/>
          </a:blip>
          <a:srcRect b="0" l="0" r="0" t="0"/>
          <a:stretch/>
        </p:blipFill>
        <p:spPr>
          <a:xfrm>
            <a:off x="1970337" y="654890"/>
            <a:ext cx="917528" cy="917528"/>
          </a:xfrm>
          <a:prstGeom prst="rect">
            <a:avLst/>
          </a:prstGeom>
          <a:noFill/>
          <a:ln>
            <a:noFill/>
          </a:ln>
        </p:spPr>
      </p:pic>
      <p:pic>
        <p:nvPicPr>
          <p:cNvPr descr="A white line on a purple circle with a dart in the center&#10;&#10;AI-generated content may be incorrect." id="459" name="Google Shape;459;p16"/>
          <p:cNvPicPr preferRelativeResize="0"/>
          <p:nvPr/>
        </p:nvPicPr>
        <p:blipFill rotWithShape="1">
          <a:blip r:embed="rId4">
            <a:alphaModFix/>
          </a:blip>
          <a:srcRect b="0" l="0" r="0" t="0"/>
          <a:stretch/>
        </p:blipFill>
        <p:spPr>
          <a:xfrm>
            <a:off x="3382448" y="654890"/>
            <a:ext cx="917528" cy="917528"/>
          </a:xfrm>
          <a:prstGeom prst="rect">
            <a:avLst/>
          </a:prstGeom>
          <a:noFill/>
          <a:ln>
            <a:noFill/>
          </a:ln>
        </p:spPr>
      </p:pic>
      <p:pic>
        <p:nvPicPr>
          <p:cNvPr descr="A white line drawing of a head with a gear inside&#10;&#10;AI-generated content may be incorrect." id="460" name="Google Shape;460;p16"/>
          <p:cNvPicPr preferRelativeResize="0"/>
          <p:nvPr/>
        </p:nvPicPr>
        <p:blipFill rotWithShape="1">
          <a:blip r:embed="rId5">
            <a:alphaModFix/>
          </a:blip>
          <a:srcRect b="0" l="0" r="0" t="0"/>
          <a:stretch/>
        </p:blipFill>
        <p:spPr>
          <a:xfrm>
            <a:off x="4794559" y="638858"/>
            <a:ext cx="917528" cy="917528"/>
          </a:xfrm>
          <a:prstGeom prst="rect">
            <a:avLst/>
          </a:prstGeom>
          <a:noFill/>
          <a:ln>
            <a:noFill/>
          </a:ln>
        </p:spPr>
      </p:pic>
      <p:pic>
        <p:nvPicPr>
          <p:cNvPr descr="A circular white arrows in a circle&#10;&#10;AI-generated content may be incorrect." id="461" name="Google Shape;461;p16"/>
          <p:cNvPicPr preferRelativeResize="0"/>
          <p:nvPr/>
        </p:nvPicPr>
        <p:blipFill rotWithShape="1">
          <a:blip r:embed="rId6">
            <a:alphaModFix/>
          </a:blip>
          <a:srcRect b="0" l="0" r="0" t="0"/>
          <a:stretch/>
        </p:blipFill>
        <p:spPr>
          <a:xfrm>
            <a:off x="6206670" y="638858"/>
            <a:ext cx="917528" cy="917528"/>
          </a:xfrm>
          <a:prstGeom prst="rect">
            <a:avLst/>
          </a:prstGeom>
          <a:noFill/>
          <a:ln>
            <a:noFill/>
          </a:ln>
        </p:spPr>
      </p:pic>
      <p:pic>
        <p:nvPicPr>
          <p:cNvPr descr="A white line on a purple circle&#10;&#10;AI-generated content may be incorrect." id="462" name="Google Shape;462;p16"/>
          <p:cNvPicPr preferRelativeResize="0"/>
          <p:nvPr/>
        </p:nvPicPr>
        <p:blipFill rotWithShape="1">
          <a:blip r:embed="rId7">
            <a:alphaModFix/>
          </a:blip>
          <a:srcRect b="0" l="0" r="0" t="0"/>
          <a:stretch/>
        </p:blipFill>
        <p:spPr>
          <a:xfrm>
            <a:off x="7618781" y="654890"/>
            <a:ext cx="917528" cy="917528"/>
          </a:xfrm>
          <a:prstGeom prst="rect">
            <a:avLst/>
          </a:prstGeom>
          <a:noFill/>
          <a:ln>
            <a:noFill/>
          </a:ln>
        </p:spPr>
      </p:pic>
      <p:pic>
        <p:nvPicPr>
          <p:cNvPr descr="A white line on a purple circle&#10;&#10;AI-generated content may be incorrect." id="463" name="Google Shape;463;p16"/>
          <p:cNvPicPr preferRelativeResize="0"/>
          <p:nvPr/>
        </p:nvPicPr>
        <p:blipFill rotWithShape="1">
          <a:blip r:embed="rId8">
            <a:alphaModFix/>
          </a:blip>
          <a:srcRect b="0" l="0" r="0" t="0"/>
          <a:stretch/>
        </p:blipFill>
        <p:spPr>
          <a:xfrm>
            <a:off x="9030892" y="654890"/>
            <a:ext cx="917528" cy="917528"/>
          </a:xfrm>
          <a:prstGeom prst="rect">
            <a:avLst/>
          </a:prstGeom>
          <a:noFill/>
          <a:ln>
            <a:noFill/>
          </a:ln>
        </p:spPr>
      </p:pic>
      <p:pic>
        <p:nvPicPr>
          <p:cNvPr descr="A group of people talking&#10;&#10;AI-generated content may be incorrect." id="464" name="Google Shape;464;p16"/>
          <p:cNvPicPr preferRelativeResize="0"/>
          <p:nvPr/>
        </p:nvPicPr>
        <p:blipFill rotWithShape="1">
          <a:blip r:embed="rId9">
            <a:alphaModFix/>
          </a:blip>
          <a:srcRect b="0" l="0" r="0" t="0"/>
          <a:stretch/>
        </p:blipFill>
        <p:spPr>
          <a:xfrm>
            <a:off x="1155885" y="2753093"/>
            <a:ext cx="917528" cy="917528"/>
          </a:xfrm>
          <a:prstGeom prst="rect">
            <a:avLst/>
          </a:prstGeom>
          <a:noFill/>
          <a:ln>
            <a:noFill/>
          </a:ln>
        </p:spPr>
      </p:pic>
      <p:pic>
        <p:nvPicPr>
          <p:cNvPr descr="A white line on a green circle&#10;&#10;AI-generated content may be incorrect." id="465" name="Google Shape;465;p16"/>
          <p:cNvPicPr preferRelativeResize="0"/>
          <p:nvPr/>
        </p:nvPicPr>
        <p:blipFill rotWithShape="1">
          <a:blip r:embed="rId10">
            <a:alphaModFix/>
          </a:blip>
          <a:srcRect b="0" l="0" r="0" t="0"/>
          <a:stretch/>
        </p:blipFill>
        <p:spPr>
          <a:xfrm>
            <a:off x="2411961" y="2753093"/>
            <a:ext cx="917528" cy="917528"/>
          </a:xfrm>
          <a:prstGeom prst="rect">
            <a:avLst/>
          </a:prstGeom>
          <a:noFill/>
          <a:ln>
            <a:noFill/>
          </a:ln>
        </p:spPr>
      </p:pic>
      <p:pic>
        <p:nvPicPr>
          <p:cNvPr descr="A group of people holding signs&#10;&#10;AI-generated content may be incorrect." id="466" name="Google Shape;466;p16"/>
          <p:cNvPicPr preferRelativeResize="0"/>
          <p:nvPr/>
        </p:nvPicPr>
        <p:blipFill rotWithShape="1">
          <a:blip r:embed="rId11">
            <a:alphaModFix/>
          </a:blip>
          <a:srcRect b="0" l="0" r="0" t="0"/>
          <a:stretch/>
        </p:blipFill>
        <p:spPr>
          <a:xfrm>
            <a:off x="3668037" y="2753093"/>
            <a:ext cx="917528" cy="917528"/>
          </a:xfrm>
          <a:prstGeom prst="rect">
            <a:avLst/>
          </a:prstGeom>
          <a:noFill/>
          <a:ln>
            <a:noFill/>
          </a:ln>
        </p:spPr>
      </p:pic>
      <p:pic>
        <p:nvPicPr>
          <p:cNvPr descr="A white line drawing of a hand holding a pencil&#10;&#10;AI-generated content may be incorrect." id="467" name="Google Shape;467;p16"/>
          <p:cNvPicPr preferRelativeResize="0"/>
          <p:nvPr/>
        </p:nvPicPr>
        <p:blipFill rotWithShape="1">
          <a:blip r:embed="rId12">
            <a:alphaModFix/>
          </a:blip>
          <a:srcRect b="0" l="0" r="0" t="0"/>
          <a:stretch/>
        </p:blipFill>
        <p:spPr>
          <a:xfrm>
            <a:off x="4924113" y="2753093"/>
            <a:ext cx="917528" cy="917528"/>
          </a:xfrm>
          <a:prstGeom prst="rect">
            <a:avLst/>
          </a:prstGeom>
          <a:noFill/>
          <a:ln>
            <a:noFill/>
          </a:ln>
        </p:spPr>
      </p:pic>
      <p:pic>
        <p:nvPicPr>
          <p:cNvPr descr="A phone and snowflake symbol&#10;&#10;AI-generated content may be incorrect." id="468" name="Google Shape;468;p16"/>
          <p:cNvPicPr preferRelativeResize="0"/>
          <p:nvPr/>
        </p:nvPicPr>
        <p:blipFill rotWithShape="1">
          <a:blip r:embed="rId13">
            <a:alphaModFix/>
          </a:blip>
          <a:srcRect b="0" l="0" r="0" t="0"/>
          <a:stretch/>
        </p:blipFill>
        <p:spPr>
          <a:xfrm>
            <a:off x="6180189" y="2753093"/>
            <a:ext cx="917528" cy="917528"/>
          </a:xfrm>
          <a:prstGeom prst="rect">
            <a:avLst/>
          </a:prstGeom>
          <a:noFill/>
          <a:ln>
            <a:noFill/>
          </a:ln>
        </p:spPr>
      </p:pic>
      <p:pic>
        <p:nvPicPr>
          <p:cNvPr descr="A white line drawing of a person talking to a check mark&#10;&#10;AI-generated content may be incorrect." id="469" name="Google Shape;469;p16"/>
          <p:cNvPicPr preferRelativeResize="0"/>
          <p:nvPr/>
        </p:nvPicPr>
        <p:blipFill rotWithShape="1">
          <a:blip r:embed="rId14">
            <a:alphaModFix/>
          </a:blip>
          <a:srcRect b="0" l="0" r="0" t="0"/>
          <a:stretch/>
        </p:blipFill>
        <p:spPr>
          <a:xfrm>
            <a:off x="7436265" y="2753093"/>
            <a:ext cx="917528" cy="917528"/>
          </a:xfrm>
          <a:prstGeom prst="rect">
            <a:avLst/>
          </a:prstGeom>
          <a:noFill/>
          <a:ln>
            <a:noFill/>
          </a:ln>
        </p:spPr>
      </p:pic>
      <p:pic>
        <p:nvPicPr>
          <p:cNvPr descr="A circle with arrows pointing to the center&#10;&#10;AI-generated content may be incorrect." id="470" name="Google Shape;470;p16"/>
          <p:cNvPicPr preferRelativeResize="0"/>
          <p:nvPr/>
        </p:nvPicPr>
        <p:blipFill rotWithShape="1">
          <a:blip r:embed="rId15">
            <a:alphaModFix/>
          </a:blip>
          <a:srcRect b="0" l="0" r="0" t="0"/>
          <a:stretch/>
        </p:blipFill>
        <p:spPr>
          <a:xfrm>
            <a:off x="8692341" y="2744413"/>
            <a:ext cx="917528" cy="917528"/>
          </a:xfrm>
          <a:prstGeom prst="rect">
            <a:avLst/>
          </a:prstGeom>
          <a:noFill/>
          <a:ln>
            <a:noFill/>
          </a:ln>
        </p:spPr>
      </p:pic>
      <p:pic>
        <p:nvPicPr>
          <p:cNvPr descr="A group of people in a circle&#10;&#10;AI-generated content may be incorrect." id="471" name="Google Shape;471;p16"/>
          <p:cNvPicPr preferRelativeResize="0"/>
          <p:nvPr/>
        </p:nvPicPr>
        <p:blipFill rotWithShape="1">
          <a:blip r:embed="rId16">
            <a:alphaModFix/>
          </a:blip>
          <a:srcRect b="0" l="0" r="0" t="0"/>
          <a:stretch/>
        </p:blipFill>
        <p:spPr>
          <a:xfrm>
            <a:off x="9948420" y="2744413"/>
            <a:ext cx="917528" cy="917528"/>
          </a:xfrm>
          <a:prstGeom prst="rect">
            <a:avLst/>
          </a:prstGeom>
          <a:noFill/>
          <a:ln>
            <a:noFill/>
          </a:ln>
        </p:spPr>
      </p:pic>
      <p:pic>
        <p:nvPicPr>
          <p:cNvPr descr="A white line on a clipboard&#10;&#10;AI-generated content may be incorrect." id="472" name="Google Shape;472;p16"/>
          <p:cNvPicPr preferRelativeResize="0"/>
          <p:nvPr/>
        </p:nvPicPr>
        <p:blipFill rotWithShape="1">
          <a:blip r:embed="rId17">
            <a:alphaModFix/>
          </a:blip>
          <a:srcRect b="0" l="0" r="0" t="0"/>
          <a:stretch/>
        </p:blipFill>
        <p:spPr>
          <a:xfrm>
            <a:off x="3225154" y="5081051"/>
            <a:ext cx="917528" cy="917528"/>
          </a:xfrm>
          <a:prstGeom prst="rect">
            <a:avLst/>
          </a:prstGeom>
          <a:noFill/>
          <a:ln>
            <a:noFill/>
          </a:ln>
        </p:spPr>
      </p:pic>
      <p:pic>
        <p:nvPicPr>
          <p:cNvPr descr="A white hand pointing at a circular sign&#10;&#10;AI-generated content may be incorrect." id="473" name="Google Shape;473;p16"/>
          <p:cNvPicPr preferRelativeResize="0"/>
          <p:nvPr/>
        </p:nvPicPr>
        <p:blipFill rotWithShape="1">
          <a:blip r:embed="rId18">
            <a:alphaModFix/>
          </a:blip>
          <a:srcRect b="0" l="0" r="0" t="0"/>
          <a:stretch/>
        </p:blipFill>
        <p:spPr>
          <a:xfrm>
            <a:off x="4753012" y="5081051"/>
            <a:ext cx="917528" cy="917528"/>
          </a:xfrm>
          <a:prstGeom prst="rect">
            <a:avLst/>
          </a:prstGeom>
          <a:noFill/>
          <a:ln>
            <a:noFill/>
          </a:ln>
        </p:spPr>
      </p:pic>
      <p:pic>
        <p:nvPicPr>
          <p:cNvPr descr="A magnifying glass with a person in the middle&#10;&#10;AI-generated content may be incorrect." id="474" name="Google Shape;474;p16"/>
          <p:cNvPicPr preferRelativeResize="0"/>
          <p:nvPr/>
        </p:nvPicPr>
        <p:blipFill rotWithShape="1">
          <a:blip r:embed="rId19">
            <a:alphaModFix/>
          </a:blip>
          <a:srcRect b="0" l="0" r="0" t="0"/>
          <a:stretch/>
        </p:blipFill>
        <p:spPr>
          <a:xfrm>
            <a:off x="6180189" y="5081051"/>
            <a:ext cx="917528" cy="917528"/>
          </a:xfrm>
          <a:prstGeom prst="rect">
            <a:avLst/>
          </a:prstGeom>
          <a:noFill/>
          <a:ln>
            <a:noFill/>
          </a:ln>
        </p:spPr>
      </p:pic>
      <p:pic>
        <p:nvPicPr>
          <p:cNvPr descr="A white line on a blue circle&#10;&#10;AI-generated content may be incorrect." id="475" name="Google Shape;475;p16"/>
          <p:cNvPicPr preferRelativeResize="0"/>
          <p:nvPr/>
        </p:nvPicPr>
        <p:blipFill rotWithShape="1">
          <a:blip r:embed="rId20">
            <a:alphaModFix/>
          </a:blip>
          <a:srcRect b="0" l="0" r="0" t="0"/>
          <a:stretch/>
        </p:blipFill>
        <p:spPr>
          <a:xfrm>
            <a:off x="7607366" y="5081051"/>
            <a:ext cx="917528" cy="9175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GEMS Brand">
      <a:dk1>
        <a:srgbClr val="000000"/>
      </a:dk1>
      <a:lt1>
        <a:srgbClr val="FFFFFF"/>
      </a:lt1>
      <a:dk2>
        <a:srgbClr val="222F62"/>
      </a:dk2>
      <a:lt2>
        <a:srgbClr val="E8E8E8"/>
      </a:lt2>
      <a:accent1>
        <a:srgbClr val="08A1DF"/>
      </a:accent1>
      <a:accent2>
        <a:srgbClr val="222F62"/>
      </a:accent2>
      <a:accent3>
        <a:srgbClr val="B0141F"/>
      </a:accent3>
      <a:accent4>
        <a:srgbClr val="841252"/>
      </a:accent4>
      <a:accent5>
        <a:srgbClr val="015D61"/>
      </a:accent5>
      <a:accent6>
        <a:srgbClr val="706D6D"/>
      </a:accent6>
      <a:hlink>
        <a:srgbClr val="01A2DF"/>
      </a:hlink>
      <a:folHlink>
        <a:srgbClr val="222F6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2025-02-20T10:54:20Z</dcterms:created>
  <dc:creator>Maju Davis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0x010100F60760CEB7E6AA4185BA5D12C382D006</vt:lpwstr>
  </property>
  <property fmtid="{D5CDD505-2E9C-101B-9397-08002B2CF9AE}" pid="3" name="MediaServiceImageTags">
    <vt:lpwstr/>
  </property>
</Properties>
</file>